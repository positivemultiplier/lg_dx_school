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42"/>
  </p:notesMasterIdLst>
  <p:sldIdLst>
    <p:sldId id="271" r:id="rId2"/>
    <p:sldId id="267" r:id="rId3"/>
    <p:sldId id="274" r:id="rId4"/>
    <p:sldId id="353" r:id="rId5"/>
    <p:sldId id="368" r:id="rId6"/>
    <p:sldId id="352" r:id="rId7"/>
    <p:sldId id="354" r:id="rId8"/>
    <p:sldId id="355" r:id="rId9"/>
    <p:sldId id="369" r:id="rId10"/>
    <p:sldId id="372" r:id="rId11"/>
    <p:sldId id="373" r:id="rId12"/>
    <p:sldId id="386" r:id="rId13"/>
    <p:sldId id="374" r:id="rId14"/>
    <p:sldId id="375" r:id="rId15"/>
    <p:sldId id="377" r:id="rId16"/>
    <p:sldId id="380" r:id="rId17"/>
    <p:sldId id="378" r:id="rId18"/>
    <p:sldId id="381" r:id="rId19"/>
    <p:sldId id="379" r:id="rId20"/>
    <p:sldId id="370" r:id="rId21"/>
    <p:sldId id="371" r:id="rId22"/>
    <p:sldId id="376" r:id="rId23"/>
    <p:sldId id="387" r:id="rId24"/>
    <p:sldId id="382" r:id="rId25"/>
    <p:sldId id="391" r:id="rId26"/>
    <p:sldId id="383" r:id="rId27"/>
    <p:sldId id="384" r:id="rId28"/>
    <p:sldId id="385" r:id="rId29"/>
    <p:sldId id="390" r:id="rId30"/>
    <p:sldId id="388" r:id="rId31"/>
    <p:sldId id="392" r:id="rId32"/>
    <p:sldId id="389" r:id="rId33"/>
    <p:sldId id="393" r:id="rId34"/>
    <p:sldId id="394" r:id="rId35"/>
    <p:sldId id="395" r:id="rId36"/>
    <p:sldId id="396" r:id="rId37"/>
    <p:sldId id="397" r:id="rId38"/>
    <p:sldId id="399" r:id="rId39"/>
    <p:sldId id="398" r:id="rId40"/>
    <p:sldId id="269" r:id="rId41"/>
  </p:sldIdLst>
  <p:sldSz cx="12192000" cy="6858000"/>
  <p:notesSz cx="6858000" cy="9144000"/>
  <p:embeddedFontLst>
    <p:embeddedFont>
      <p:font typeface="나눔고딕 ExtraBold" panose="020D0904000000000000" pitchFamily="50" charset="-127"/>
      <p:bold r:id="rId43"/>
    </p:embeddedFont>
    <p:embeddedFont>
      <p:font typeface="나눔스퀘어 ExtraBold" panose="020B0600000101010101" pitchFamily="50" charset="-127"/>
      <p:bold r:id="rId44"/>
    </p:embeddedFont>
    <p:embeddedFont>
      <p:font typeface="나눔스퀘어라운드 ExtraBold" panose="020B0600000101010101" pitchFamily="50" charset="-127"/>
      <p:bold r:id="rId45"/>
    </p:embeddedFont>
    <p:embeddedFont>
      <p:font typeface="맑은 고딕" panose="020B0503020000020004" pitchFamily="50" charset="-127"/>
      <p:regular r:id="rId46"/>
      <p:bold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78C8"/>
    <a:srgbClr val="06589C"/>
    <a:srgbClr val="4472C4"/>
    <a:srgbClr val="46D1FD"/>
    <a:srgbClr val="FFC636"/>
    <a:srgbClr val="4182B8"/>
    <a:srgbClr val="467DC3"/>
    <a:srgbClr val="FFFFFF"/>
    <a:srgbClr val="F7F7F7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2" autoAdjust="0"/>
    <p:restoredTop sz="89227" autoAdjust="0"/>
  </p:normalViewPr>
  <p:slideViewPr>
    <p:cSldViewPr snapToGrid="0">
      <p:cViewPr varScale="1">
        <p:scale>
          <a:sx n="98" d="100"/>
          <a:sy n="98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19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74A3DE-5D91-4630-B0B9-AEA2C880C73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A410DE0-A84D-4780-9929-9687D4D35E14}">
      <dgm:prSet phldrT="[텍스트]" custT="1"/>
      <dgm:spPr>
        <a:solidFill>
          <a:srgbClr val="F53B57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B98D2B-8CC0-4DBE-8D87-5A33217A9E14}" type="parTrans" cxnId="{B6191F28-5289-4445-A4D8-FA45830D89A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E9780906-BAFE-418C-AC3E-70E9815F964A}" type="sibTrans" cxnId="{B6191F28-5289-4445-A4D8-FA45830D89A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0881EEF-62F2-48EC-9234-B24268308FB3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EF76278-B406-49D6-9071-D0992F562C2F}" type="parTrans" cxnId="{943AB0D3-0BF2-4FA1-B558-709A4F7ED47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D968D80-193D-40CA-AD3C-A8B1F709EFF8}" type="sibTrans" cxnId="{943AB0D3-0BF2-4FA1-B558-709A4F7ED47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5144A74-3352-49BE-8F1D-E49A974502D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gm:t>
    </dgm:pt>
    <dgm:pt modelId="{EEB4483D-F333-4109-935A-2097195A1673}" type="parTrans" cxnId="{637979AB-0178-42E0-92AF-19519FE5EE51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9CC25B7-8F4A-4601-88F7-DC3DCA88F5B4}" type="sibTrans" cxnId="{637979AB-0178-42E0-92AF-19519FE5EE51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7D5B27FC-897C-4EDC-BADE-F44B5AFE3983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AF1F7AE-71B3-4E02-8934-501D6853DA73}" type="parTrans" cxnId="{6B56703E-B76D-49D1-B9A7-1A9178D1B29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7BBF3D3-9AA1-4D01-9AD1-23B3B39805A1}" type="sibTrans" cxnId="{6B56703E-B76D-49D1-B9A7-1A9178D1B29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18F306-1F5E-46E6-BDBD-45797A74DDCF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75418FF-3AF0-4473-98FE-A59E093C4FEC}" type="parTrans" cxnId="{D75628E4-F439-4C1F-A77E-55BC5E973D87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04B7B8D-7B9B-48EF-8981-592FE0B9566D}" type="sibTrans" cxnId="{D75628E4-F439-4C1F-A77E-55BC5E973D87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9482AD3-F4D8-40D5-89BE-9E9BCF98288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EC0E692-93C9-4B8E-A788-E80FB2423A7E}" type="parTrans" cxnId="{A292F034-3DE9-4E4C-821B-680FD8685D63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EF7014F-D336-4C92-AC26-DEAA689C473D}" type="sibTrans" cxnId="{A292F034-3DE9-4E4C-821B-680FD8685D63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8265850-3C17-4F3D-9180-0279CD022302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1130969-2F43-425B-BF81-89AD77A37833}" type="parTrans" cxnId="{F9A2D8B1-3ACC-427F-9C0A-A36F2F51BA8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8653E05-DB72-4F17-B8C8-ED5560A64AE6}" type="sibTrans" cxnId="{F9A2D8B1-3ACC-427F-9C0A-A36F2F51BA8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B9A4BE42-FCBB-405B-85DA-F02FDD75100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39D62E2-3673-4E10-99B7-8CA7E8BDB371}" type="parTrans" cxnId="{E8A36CFB-3F5E-4AE2-80B6-16296FBD127D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CAE1921-326A-4D73-88F5-B231714E530F}" type="sibTrans" cxnId="{E8A36CFB-3F5E-4AE2-80B6-16296FBD127D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2847C325-E916-4E0F-AAF3-DC8E3B9973B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26CE59B-2A74-4754-A224-2941C236F6C8}" type="parTrans" cxnId="{1F009A00-73F6-4FE6-8111-20B23842F337}">
      <dgm:prSet/>
      <dgm:spPr/>
      <dgm:t>
        <a:bodyPr/>
        <a:lstStyle/>
        <a:p>
          <a:pPr latinLnBrk="1"/>
          <a:endParaRPr lang="ko-KR" altLang="en-US"/>
        </a:p>
      </dgm:t>
    </dgm:pt>
    <dgm:pt modelId="{D1983862-A62E-4C95-B1AA-9ED3B94517AD}" type="sibTrans" cxnId="{1F009A00-73F6-4FE6-8111-20B23842F337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2C3EC1D4-56C1-422B-BCB7-1092ED4A8C19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DE1F10B-F6DA-4679-9B1A-59C3E4D4D77D}" type="parTrans" cxnId="{518D236C-1ABF-4E82-A928-24F964E9708F}">
      <dgm:prSet/>
      <dgm:spPr/>
      <dgm:t>
        <a:bodyPr/>
        <a:lstStyle/>
        <a:p>
          <a:pPr latinLnBrk="1"/>
          <a:endParaRPr lang="ko-KR" altLang="en-US"/>
        </a:p>
      </dgm:t>
    </dgm:pt>
    <dgm:pt modelId="{A9671E0F-DA91-4452-B270-C1CE80BFDC89}" type="sibTrans" cxnId="{518D236C-1ABF-4E82-A928-24F964E9708F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1AB3116-A8F5-4ED2-870A-B59A62CA8C57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gm:t>
    </dgm:pt>
    <dgm:pt modelId="{158C29BE-2FE2-49E7-BB0A-F2D30194F9F7}" type="parTrans" cxnId="{33867DA7-DA23-446C-8C70-83E05B9091EE}">
      <dgm:prSet/>
      <dgm:spPr/>
      <dgm:t>
        <a:bodyPr/>
        <a:lstStyle/>
        <a:p>
          <a:pPr latinLnBrk="1"/>
          <a:endParaRPr lang="ko-KR" altLang="en-US"/>
        </a:p>
      </dgm:t>
    </dgm:pt>
    <dgm:pt modelId="{975FDBA3-C271-486B-A535-60453BA3C814}" type="sibTrans" cxnId="{33867DA7-DA23-446C-8C70-83E05B9091EE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2946CD4-4648-49AF-AD64-123C560A95F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D691DFF-43A8-441A-881C-A5D2C639571C}" type="par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8D33A13B-7A4F-4DF6-9024-B3E7FBDE764E}" type="sib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0B368282-BBDC-4D83-B116-6EDC5D59852F}" type="pres">
      <dgm:prSet presAssocID="{5E74A3DE-5D91-4630-B0B9-AEA2C880C734}" presName="Name0" presStyleCnt="0">
        <dgm:presLayoutVars>
          <dgm:dir/>
          <dgm:resizeHandles/>
        </dgm:presLayoutVars>
      </dgm:prSet>
      <dgm:spPr/>
    </dgm:pt>
    <dgm:pt modelId="{B4E6E67D-DB16-457E-AD3D-FEDE76130205}" type="pres">
      <dgm:prSet presAssocID="{8A410DE0-A84D-4780-9929-9687D4D35E14}" presName="compNode" presStyleCnt="0"/>
      <dgm:spPr/>
    </dgm:pt>
    <dgm:pt modelId="{0E3D47E2-D2D7-4A17-997D-2CD70B07FC6F}" type="pres">
      <dgm:prSet presAssocID="{8A410DE0-A84D-4780-9929-9687D4D35E14}" presName="dummyConnPt" presStyleCnt="0"/>
      <dgm:spPr/>
    </dgm:pt>
    <dgm:pt modelId="{182DAB28-F5BC-40F4-B594-AF1B800D8BDD}" type="pres">
      <dgm:prSet presAssocID="{8A410DE0-A84D-4780-9929-9687D4D35E14}" presName="node" presStyleLbl="node1" presStyleIdx="0" presStyleCnt="12">
        <dgm:presLayoutVars>
          <dgm:bulletEnabled val="1"/>
        </dgm:presLayoutVars>
      </dgm:prSet>
      <dgm:spPr/>
    </dgm:pt>
    <dgm:pt modelId="{B475E1B2-53E2-425E-8491-B8E1A9003B05}" type="pres">
      <dgm:prSet presAssocID="{E9780906-BAFE-418C-AC3E-70E9815F964A}" presName="sibTrans" presStyleLbl="bgSibTrans2D1" presStyleIdx="0" presStyleCnt="11"/>
      <dgm:spPr/>
    </dgm:pt>
    <dgm:pt modelId="{BE24EBA6-9CF5-48A1-93F9-5684F6DBCC29}" type="pres">
      <dgm:prSet presAssocID="{90881EEF-62F2-48EC-9234-B24268308FB3}" presName="compNode" presStyleCnt="0"/>
      <dgm:spPr/>
    </dgm:pt>
    <dgm:pt modelId="{0B7B34A0-9B5A-4AE6-846F-2437CCA309E9}" type="pres">
      <dgm:prSet presAssocID="{90881EEF-62F2-48EC-9234-B24268308FB3}" presName="dummyConnPt" presStyleCnt="0"/>
      <dgm:spPr/>
    </dgm:pt>
    <dgm:pt modelId="{10297F34-24B3-4511-9F30-39CE7B2325BE}" type="pres">
      <dgm:prSet presAssocID="{90881EEF-62F2-48EC-9234-B24268308FB3}" presName="node" presStyleLbl="node1" presStyleIdx="1" presStyleCnt="12">
        <dgm:presLayoutVars>
          <dgm:bulletEnabled val="1"/>
        </dgm:presLayoutVars>
      </dgm:prSet>
      <dgm:spPr/>
    </dgm:pt>
    <dgm:pt modelId="{F6783476-7880-486F-8A19-AD6443E17613}" type="pres">
      <dgm:prSet presAssocID="{1D968D80-193D-40CA-AD3C-A8B1F709EFF8}" presName="sibTrans" presStyleLbl="bgSibTrans2D1" presStyleIdx="1" presStyleCnt="11"/>
      <dgm:spPr/>
    </dgm:pt>
    <dgm:pt modelId="{192E86E1-FBDF-496F-8996-C40C85AE8ACD}" type="pres">
      <dgm:prSet presAssocID="{15144A74-3352-49BE-8F1D-E49A974502D5}" presName="compNode" presStyleCnt="0"/>
      <dgm:spPr/>
    </dgm:pt>
    <dgm:pt modelId="{53E7CE2D-84F3-4D00-8677-E42A0D483039}" type="pres">
      <dgm:prSet presAssocID="{15144A74-3352-49BE-8F1D-E49A974502D5}" presName="dummyConnPt" presStyleCnt="0"/>
      <dgm:spPr/>
    </dgm:pt>
    <dgm:pt modelId="{0A9D7BE3-835A-4D38-BDA2-DD3176B48E84}" type="pres">
      <dgm:prSet presAssocID="{15144A74-3352-49BE-8F1D-E49A974502D5}" presName="node" presStyleLbl="node1" presStyleIdx="2" presStyleCnt="12">
        <dgm:presLayoutVars>
          <dgm:bulletEnabled val="1"/>
        </dgm:presLayoutVars>
      </dgm:prSet>
      <dgm:spPr/>
    </dgm:pt>
    <dgm:pt modelId="{0D2E48E3-A5A9-4502-8785-8E281174EFAE}" type="pres">
      <dgm:prSet presAssocID="{89CC25B7-8F4A-4601-88F7-DC3DCA88F5B4}" presName="sibTrans" presStyleLbl="bgSibTrans2D1" presStyleIdx="2" presStyleCnt="11"/>
      <dgm:spPr/>
    </dgm:pt>
    <dgm:pt modelId="{C02CE34E-326A-4719-91D3-50A7EA8AD653}" type="pres">
      <dgm:prSet presAssocID="{7D5B27FC-897C-4EDC-BADE-F44B5AFE3983}" presName="compNode" presStyleCnt="0"/>
      <dgm:spPr/>
    </dgm:pt>
    <dgm:pt modelId="{FF54EDA2-45A1-458C-BDFA-2D382F84F787}" type="pres">
      <dgm:prSet presAssocID="{7D5B27FC-897C-4EDC-BADE-F44B5AFE3983}" presName="dummyConnPt" presStyleCnt="0"/>
      <dgm:spPr/>
    </dgm:pt>
    <dgm:pt modelId="{D0139562-E026-4A60-97CA-63FAA81D076B}" type="pres">
      <dgm:prSet presAssocID="{7D5B27FC-897C-4EDC-BADE-F44B5AFE3983}" presName="node" presStyleLbl="node1" presStyleIdx="3" presStyleCnt="12">
        <dgm:presLayoutVars>
          <dgm:bulletEnabled val="1"/>
        </dgm:presLayoutVars>
      </dgm:prSet>
      <dgm:spPr/>
    </dgm:pt>
    <dgm:pt modelId="{D273A848-8F4D-4694-B756-1CCB40FE6C6F}" type="pres">
      <dgm:prSet presAssocID="{37BBF3D3-9AA1-4D01-9AD1-23B3B39805A1}" presName="sibTrans" presStyleLbl="bgSibTrans2D1" presStyleIdx="3" presStyleCnt="11"/>
      <dgm:spPr/>
    </dgm:pt>
    <dgm:pt modelId="{CF47440B-16F1-4C1F-974A-AE34EA9D8648}" type="pres">
      <dgm:prSet presAssocID="{6B18F306-1F5E-46E6-BDBD-45797A74DDCF}" presName="compNode" presStyleCnt="0"/>
      <dgm:spPr/>
    </dgm:pt>
    <dgm:pt modelId="{A86E2FBF-7A28-4CBB-A840-9781531C13BD}" type="pres">
      <dgm:prSet presAssocID="{6B18F306-1F5E-46E6-BDBD-45797A74DDCF}" presName="dummyConnPt" presStyleCnt="0"/>
      <dgm:spPr/>
    </dgm:pt>
    <dgm:pt modelId="{A95C35A5-6565-4F73-8043-DB2BB05DDE74}" type="pres">
      <dgm:prSet presAssocID="{6B18F306-1F5E-46E6-BDBD-45797A74DDCF}" presName="node" presStyleLbl="node1" presStyleIdx="4" presStyleCnt="12">
        <dgm:presLayoutVars>
          <dgm:bulletEnabled val="1"/>
        </dgm:presLayoutVars>
      </dgm:prSet>
      <dgm:spPr/>
    </dgm:pt>
    <dgm:pt modelId="{2652D94E-617B-46C8-B1F4-764B0720A550}" type="pres">
      <dgm:prSet presAssocID="{C04B7B8D-7B9B-48EF-8981-592FE0B9566D}" presName="sibTrans" presStyleLbl="bgSibTrans2D1" presStyleIdx="4" presStyleCnt="11"/>
      <dgm:spPr/>
    </dgm:pt>
    <dgm:pt modelId="{B47ADD0B-C4AD-4093-A022-516E07186255}" type="pres">
      <dgm:prSet presAssocID="{99482AD3-F4D8-40D5-89BE-9E9BCF982885}" presName="compNode" presStyleCnt="0"/>
      <dgm:spPr/>
    </dgm:pt>
    <dgm:pt modelId="{4579C124-E9A6-4084-A0AD-2666E45DBD41}" type="pres">
      <dgm:prSet presAssocID="{99482AD3-F4D8-40D5-89BE-9E9BCF982885}" presName="dummyConnPt" presStyleCnt="0"/>
      <dgm:spPr/>
    </dgm:pt>
    <dgm:pt modelId="{DEA29A96-92EF-4627-8F1E-862EB12CFF3E}" type="pres">
      <dgm:prSet presAssocID="{99482AD3-F4D8-40D5-89BE-9E9BCF982885}" presName="node" presStyleLbl="node1" presStyleIdx="5" presStyleCnt="12">
        <dgm:presLayoutVars>
          <dgm:bulletEnabled val="1"/>
        </dgm:presLayoutVars>
      </dgm:prSet>
      <dgm:spPr/>
    </dgm:pt>
    <dgm:pt modelId="{BF9F290A-A73D-496E-9001-510347B3CDBC}" type="pres">
      <dgm:prSet presAssocID="{FEF7014F-D336-4C92-AC26-DEAA689C473D}" presName="sibTrans" presStyleLbl="bgSibTrans2D1" presStyleIdx="5" presStyleCnt="11"/>
      <dgm:spPr/>
    </dgm:pt>
    <dgm:pt modelId="{1F8D2914-CABB-4617-9F22-91D778123576}" type="pres">
      <dgm:prSet presAssocID="{08265850-3C17-4F3D-9180-0279CD022302}" presName="compNode" presStyleCnt="0"/>
      <dgm:spPr/>
    </dgm:pt>
    <dgm:pt modelId="{8A14036E-6BCD-42E9-8469-302872A464F5}" type="pres">
      <dgm:prSet presAssocID="{08265850-3C17-4F3D-9180-0279CD022302}" presName="dummyConnPt" presStyleCnt="0"/>
      <dgm:spPr/>
    </dgm:pt>
    <dgm:pt modelId="{E6ED1DC6-3A15-4B3A-B750-1C92F42A857C}" type="pres">
      <dgm:prSet presAssocID="{08265850-3C17-4F3D-9180-0279CD022302}" presName="node" presStyleLbl="node1" presStyleIdx="6" presStyleCnt="12">
        <dgm:presLayoutVars>
          <dgm:bulletEnabled val="1"/>
        </dgm:presLayoutVars>
      </dgm:prSet>
      <dgm:spPr/>
    </dgm:pt>
    <dgm:pt modelId="{8E31938D-4183-44F3-8FC5-A1EA2E7DC1AB}" type="pres">
      <dgm:prSet presAssocID="{18653E05-DB72-4F17-B8C8-ED5560A64AE6}" presName="sibTrans" presStyleLbl="bgSibTrans2D1" presStyleIdx="6" presStyleCnt="11"/>
      <dgm:spPr/>
    </dgm:pt>
    <dgm:pt modelId="{1461F275-9E01-45BA-A388-B04757718FB0}" type="pres">
      <dgm:prSet presAssocID="{B9A4BE42-FCBB-405B-85DA-F02FDD751004}" presName="compNode" presStyleCnt="0"/>
      <dgm:spPr/>
    </dgm:pt>
    <dgm:pt modelId="{97BEBEEE-52AB-4614-97F8-7FF5CE79D525}" type="pres">
      <dgm:prSet presAssocID="{B9A4BE42-FCBB-405B-85DA-F02FDD751004}" presName="dummyConnPt" presStyleCnt="0"/>
      <dgm:spPr/>
    </dgm:pt>
    <dgm:pt modelId="{EFB71A2D-9BB8-4754-B8D5-8709A5F69776}" type="pres">
      <dgm:prSet presAssocID="{B9A4BE42-FCBB-405B-85DA-F02FDD751004}" presName="node" presStyleLbl="node1" presStyleIdx="7" presStyleCnt="12">
        <dgm:presLayoutVars>
          <dgm:bulletEnabled val="1"/>
        </dgm:presLayoutVars>
      </dgm:prSet>
      <dgm:spPr/>
    </dgm:pt>
    <dgm:pt modelId="{26DD012A-EBF9-4740-9DEE-94084C33905A}" type="pres">
      <dgm:prSet presAssocID="{8CAE1921-326A-4D73-88F5-B231714E530F}" presName="sibTrans" presStyleLbl="bgSibTrans2D1" presStyleIdx="7" presStyleCnt="11"/>
      <dgm:spPr/>
    </dgm:pt>
    <dgm:pt modelId="{FA2696A3-0C81-442A-81C2-ED1ADBF618E4}" type="pres">
      <dgm:prSet presAssocID="{2847C325-E916-4E0F-AAF3-DC8E3B9973B5}" presName="compNode" presStyleCnt="0"/>
      <dgm:spPr/>
    </dgm:pt>
    <dgm:pt modelId="{0187265B-1E81-4653-8193-0EEF3B6B170C}" type="pres">
      <dgm:prSet presAssocID="{2847C325-E916-4E0F-AAF3-DC8E3B9973B5}" presName="dummyConnPt" presStyleCnt="0"/>
      <dgm:spPr/>
    </dgm:pt>
    <dgm:pt modelId="{6F3106C7-AD04-4C16-8ED4-CB5CAFB5E575}" type="pres">
      <dgm:prSet presAssocID="{2847C325-E916-4E0F-AAF3-DC8E3B9973B5}" presName="node" presStyleLbl="node1" presStyleIdx="8" presStyleCnt="12">
        <dgm:presLayoutVars>
          <dgm:bulletEnabled val="1"/>
        </dgm:presLayoutVars>
      </dgm:prSet>
      <dgm:spPr/>
    </dgm:pt>
    <dgm:pt modelId="{755200CF-54A0-44F4-852B-F8115906F95F}" type="pres">
      <dgm:prSet presAssocID="{D1983862-A62E-4C95-B1AA-9ED3B94517AD}" presName="sibTrans" presStyleLbl="bgSibTrans2D1" presStyleIdx="8" presStyleCnt="11"/>
      <dgm:spPr/>
    </dgm:pt>
    <dgm:pt modelId="{1A085CA8-7B81-4B95-B484-78BA7B1F4E7E}" type="pres">
      <dgm:prSet presAssocID="{2C3EC1D4-56C1-422B-BCB7-1092ED4A8C19}" presName="compNode" presStyleCnt="0"/>
      <dgm:spPr/>
    </dgm:pt>
    <dgm:pt modelId="{AEF473D3-BFD7-4BBB-AE18-D35FD3EF7F5E}" type="pres">
      <dgm:prSet presAssocID="{2C3EC1D4-56C1-422B-BCB7-1092ED4A8C19}" presName="dummyConnPt" presStyleCnt="0"/>
      <dgm:spPr/>
    </dgm:pt>
    <dgm:pt modelId="{896225C7-F24F-473F-9581-081786127DE9}" type="pres">
      <dgm:prSet presAssocID="{2C3EC1D4-56C1-422B-BCB7-1092ED4A8C19}" presName="node" presStyleLbl="node1" presStyleIdx="9" presStyleCnt="12">
        <dgm:presLayoutVars>
          <dgm:bulletEnabled val="1"/>
        </dgm:presLayoutVars>
      </dgm:prSet>
      <dgm:spPr/>
    </dgm:pt>
    <dgm:pt modelId="{ACF88974-493D-4B0E-8238-A35C40AFAAF9}" type="pres">
      <dgm:prSet presAssocID="{A9671E0F-DA91-4452-B270-C1CE80BFDC89}" presName="sibTrans" presStyleLbl="bgSibTrans2D1" presStyleIdx="9" presStyleCnt="11"/>
      <dgm:spPr/>
    </dgm:pt>
    <dgm:pt modelId="{585B7C20-3042-4915-BA65-A67115590DC2}" type="pres">
      <dgm:prSet presAssocID="{A1AB3116-A8F5-4ED2-870A-B59A62CA8C57}" presName="compNode" presStyleCnt="0"/>
      <dgm:spPr/>
    </dgm:pt>
    <dgm:pt modelId="{A60C4DF2-03AF-4CF2-A8BB-A80CA4DBD149}" type="pres">
      <dgm:prSet presAssocID="{A1AB3116-A8F5-4ED2-870A-B59A62CA8C57}" presName="dummyConnPt" presStyleCnt="0"/>
      <dgm:spPr/>
    </dgm:pt>
    <dgm:pt modelId="{BD6D46BE-3634-4E91-AF5D-397448E6EA3D}" type="pres">
      <dgm:prSet presAssocID="{A1AB3116-A8F5-4ED2-870A-B59A62CA8C57}" presName="node" presStyleLbl="node1" presStyleIdx="10" presStyleCnt="12" custScaleX="114484">
        <dgm:presLayoutVars>
          <dgm:bulletEnabled val="1"/>
        </dgm:presLayoutVars>
      </dgm:prSet>
      <dgm:spPr/>
    </dgm:pt>
    <dgm:pt modelId="{84BAC5D4-FC74-4158-AC6E-7A15931743D8}" type="pres">
      <dgm:prSet presAssocID="{975FDBA3-C271-486B-A535-60453BA3C814}" presName="sibTrans" presStyleLbl="bgSibTrans2D1" presStyleIdx="10" presStyleCnt="11"/>
      <dgm:spPr/>
    </dgm:pt>
    <dgm:pt modelId="{E270E83F-642B-46A5-894D-2B748FC1774F}" type="pres">
      <dgm:prSet presAssocID="{A2946CD4-4648-49AF-AD64-123C560A95F4}" presName="compNode" presStyleCnt="0"/>
      <dgm:spPr/>
    </dgm:pt>
    <dgm:pt modelId="{2E3FA40A-087C-4C53-85D7-17E176DD46E7}" type="pres">
      <dgm:prSet presAssocID="{A2946CD4-4648-49AF-AD64-123C560A95F4}" presName="dummyConnPt" presStyleCnt="0"/>
      <dgm:spPr/>
    </dgm:pt>
    <dgm:pt modelId="{280FAB7C-4470-4521-86CC-3FFDA401726F}" type="pres">
      <dgm:prSet presAssocID="{A2946CD4-4648-49AF-AD64-123C560A95F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F009A00-73F6-4FE6-8111-20B23842F337}" srcId="{5E74A3DE-5D91-4630-B0B9-AEA2C880C734}" destId="{2847C325-E916-4E0F-AAF3-DC8E3B9973B5}" srcOrd="8" destOrd="0" parTransId="{026CE59B-2A74-4754-A224-2941C236F6C8}" sibTransId="{D1983862-A62E-4C95-B1AA-9ED3B94517AD}"/>
    <dgm:cxn modelId="{F6C75407-29E4-4780-99B8-00D0BDCEF89F}" type="presOf" srcId="{C04B7B8D-7B9B-48EF-8981-592FE0B9566D}" destId="{2652D94E-617B-46C8-B1F4-764B0720A550}" srcOrd="0" destOrd="0" presId="urn:microsoft.com/office/officeart/2005/8/layout/bProcess4"/>
    <dgm:cxn modelId="{9C954C1A-DE5F-4D4A-B516-D559DB77F7D7}" type="presOf" srcId="{FEF7014F-D336-4C92-AC26-DEAA689C473D}" destId="{BF9F290A-A73D-496E-9001-510347B3CDBC}" srcOrd="0" destOrd="0" presId="urn:microsoft.com/office/officeart/2005/8/layout/bProcess4"/>
    <dgm:cxn modelId="{A591AE24-2CEE-4E6D-A629-81CBD8304D0C}" type="presOf" srcId="{A1AB3116-A8F5-4ED2-870A-B59A62CA8C57}" destId="{BD6D46BE-3634-4E91-AF5D-397448E6EA3D}" srcOrd="0" destOrd="0" presId="urn:microsoft.com/office/officeart/2005/8/layout/bProcess4"/>
    <dgm:cxn modelId="{B6191F28-5289-4445-A4D8-FA45830D89A6}" srcId="{5E74A3DE-5D91-4630-B0B9-AEA2C880C734}" destId="{8A410DE0-A84D-4780-9929-9687D4D35E14}" srcOrd="0" destOrd="0" parTransId="{6BB98D2B-8CC0-4DBE-8D87-5A33217A9E14}" sibTransId="{E9780906-BAFE-418C-AC3E-70E9815F964A}"/>
    <dgm:cxn modelId="{B9BBC731-0330-4B12-926D-9956BF1F53C8}" type="presOf" srcId="{15144A74-3352-49BE-8F1D-E49A974502D5}" destId="{0A9D7BE3-835A-4D38-BDA2-DD3176B48E84}" srcOrd="0" destOrd="0" presId="urn:microsoft.com/office/officeart/2005/8/layout/bProcess4"/>
    <dgm:cxn modelId="{A292F034-3DE9-4E4C-821B-680FD8685D63}" srcId="{5E74A3DE-5D91-4630-B0B9-AEA2C880C734}" destId="{99482AD3-F4D8-40D5-89BE-9E9BCF982885}" srcOrd="5" destOrd="0" parTransId="{CEC0E692-93C9-4B8E-A788-E80FB2423A7E}" sibTransId="{FEF7014F-D336-4C92-AC26-DEAA689C473D}"/>
    <dgm:cxn modelId="{69206035-FFA0-4723-B791-0CE6B544D96A}" type="presOf" srcId="{975FDBA3-C271-486B-A535-60453BA3C814}" destId="{84BAC5D4-FC74-4158-AC6E-7A15931743D8}" srcOrd="0" destOrd="0" presId="urn:microsoft.com/office/officeart/2005/8/layout/bProcess4"/>
    <dgm:cxn modelId="{7EF2CA37-BD72-484A-938E-66293832E77E}" type="presOf" srcId="{99482AD3-F4D8-40D5-89BE-9E9BCF982885}" destId="{DEA29A96-92EF-4627-8F1E-862EB12CFF3E}" srcOrd="0" destOrd="0" presId="urn:microsoft.com/office/officeart/2005/8/layout/bProcess4"/>
    <dgm:cxn modelId="{7A660C3A-EFEE-4DF6-A51E-158493F8A2AA}" type="presOf" srcId="{5E74A3DE-5D91-4630-B0B9-AEA2C880C734}" destId="{0B368282-BBDC-4D83-B116-6EDC5D59852F}" srcOrd="0" destOrd="0" presId="urn:microsoft.com/office/officeart/2005/8/layout/bProcess4"/>
    <dgm:cxn modelId="{6B56703E-B76D-49D1-B9A7-1A9178D1B296}" srcId="{5E74A3DE-5D91-4630-B0B9-AEA2C880C734}" destId="{7D5B27FC-897C-4EDC-BADE-F44B5AFE3983}" srcOrd="3" destOrd="0" parTransId="{AAF1F7AE-71B3-4E02-8934-501D6853DA73}" sibTransId="{37BBF3D3-9AA1-4D01-9AD1-23B3B39805A1}"/>
    <dgm:cxn modelId="{A5B5B13F-998A-4FFD-92C7-CC6673E1D074}" type="presOf" srcId="{90881EEF-62F2-48EC-9234-B24268308FB3}" destId="{10297F34-24B3-4511-9F30-39CE7B2325BE}" srcOrd="0" destOrd="0" presId="urn:microsoft.com/office/officeart/2005/8/layout/bProcess4"/>
    <dgm:cxn modelId="{518D236C-1ABF-4E82-A928-24F964E9708F}" srcId="{5E74A3DE-5D91-4630-B0B9-AEA2C880C734}" destId="{2C3EC1D4-56C1-422B-BCB7-1092ED4A8C19}" srcOrd="9" destOrd="0" parTransId="{5DE1F10B-F6DA-4679-9B1A-59C3E4D4D77D}" sibTransId="{A9671E0F-DA91-4452-B270-C1CE80BFDC89}"/>
    <dgm:cxn modelId="{18199255-AA14-4045-B2BF-01D6A8965BEF}" type="presOf" srcId="{B9A4BE42-FCBB-405B-85DA-F02FDD751004}" destId="{EFB71A2D-9BB8-4754-B8D5-8709A5F69776}" srcOrd="0" destOrd="0" presId="urn:microsoft.com/office/officeart/2005/8/layout/bProcess4"/>
    <dgm:cxn modelId="{8B5D977A-C32B-4579-82D6-4579CB75DE4F}" type="presOf" srcId="{A9671E0F-DA91-4452-B270-C1CE80BFDC89}" destId="{ACF88974-493D-4B0E-8238-A35C40AFAAF9}" srcOrd="0" destOrd="0" presId="urn:microsoft.com/office/officeart/2005/8/layout/bProcess4"/>
    <dgm:cxn modelId="{7DD6037D-A01E-4BFE-9E35-DE28346F6A7B}" type="presOf" srcId="{08265850-3C17-4F3D-9180-0279CD022302}" destId="{E6ED1DC6-3A15-4B3A-B750-1C92F42A857C}" srcOrd="0" destOrd="0" presId="urn:microsoft.com/office/officeart/2005/8/layout/bProcess4"/>
    <dgm:cxn modelId="{EA5E2886-A03D-457E-9390-012968628FDA}" type="presOf" srcId="{8CAE1921-326A-4D73-88F5-B231714E530F}" destId="{26DD012A-EBF9-4740-9DEE-94084C33905A}" srcOrd="0" destOrd="0" presId="urn:microsoft.com/office/officeart/2005/8/layout/bProcess4"/>
    <dgm:cxn modelId="{EF9B949A-BDF3-4E76-A82A-DB9F617D5E39}" type="presOf" srcId="{8A410DE0-A84D-4780-9929-9687D4D35E14}" destId="{182DAB28-F5BC-40F4-B594-AF1B800D8BDD}" srcOrd="0" destOrd="0" presId="urn:microsoft.com/office/officeart/2005/8/layout/bProcess4"/>
    <dgm:cxn modelId="{33867DA7-DA23-446C-8C70-83E05B9091EE}" srcId="{5E74A3DE-5D91-4630-B0B9-AEA2C880C734}" destId="{A1AB3116-A8F5-4ED2-870A-B59A62CA8C57}" srcOrd="10" destOrd="0" parTransId="{158C29BE-2FE2-49E7-BB0A-F2D30194F9F7}" sibTransId="{975FDBA3-C271-486B-A535-60453BA3C814}"/>
    <dgm:cxn modelId="{EB9D7BA8-D893-4ACB-94AF-2FDCEB02035D}" type="presOf" srcId="{6B18F306-1F5E-46E6-BDBD-45797A74DDCF}" destId="{A95C35A5-6565-4F73-8043-DB2BB05DDE74}" srcOrd="0" destOrd="0" presId="urn:microsoft.com/office/officeart/2005/8/layout/bProcess4"/>
    <dgm:cxn modelId="{637979AB-0178-42E0-92AF-19519FE5EE51}" srcId="{5E74A3DE-5D91-4630-B0B9-AEA2C880C734}" destId="{15144A74-3352-49BE-8F1D-E49A974502D5}" srcOrd="2" destOrd="0" parTransId="{EEB4483D-F333-4109-935A-2097195A1673}" sibTransId="{89CC25B7-8F4A-4601-88F7-DC3DCA88F5B4}"/>
    <dgm:cxn modelId="{D818B8AC-1AC8-463D-A9C8-1FDBFD14486F}" type="presOf" srcId="{D1983862-A62E-4C95-B1AA-9ED3B94517AD}" destId="{755200CF-54A0-44F4-852B-F8115906F95F}" srcOrd="0" destOrd="0" presId="urn:microsoft.com/office/officeart/2005/8/layout/bProcess4"/>
    <dgm:cxn modelId="{36ACB9B1-D2B9-434B-BCAF-4B1D9EDD5A2B}" type="presOf" srcId="{2847C325-E916-4E0F-AAF3-DC8E3B9973B5}" destId="{6F3106C7-AD04-4C16-8ED4-CB5CAFB5E575}" srcOrd="0" destOrd="0" presId="urn:microsoft.com/office/officeart/2005/8/layout/bProcess4"/>
    <dgm:cxn modelId="{F9A2D8B1-3ACC-427F-9C0A-A36F2F51BA80}" srcId="{5E74A3DE-5D91-4630-B0B9-AEA2C880C734}" destId="{08265850-3C17-4F3D-9180-0279CD022302}" srcOrd="6" destOrd="0" parTransId="{A1130969-2F43-425B-BF81-89AD77A37833}" sibTransId="{18653E05-DB72-4F17-B8C8-ED5560A64AE6}"/>
    <dgm:cxn modelId="{084DBCBA-E304-47F7-B26F-EE717A5B3968}" type="presOf" srcId="{89CC25B7-8F4A-4601-88F7-DC3DCA88F5B4}" destId="{0D2E48E3-A5A9-4502-8785-8E281174EFAE}" srcOrd="0" destOrd="0" presId="urn:microsoft.com/office/officeart/2005/8/layout/bProcess4"/>
    <dgm:cxn modelId="{B24358BC-1CBA-40EC-9850-7EFF4904D7B4}" type="presOf" srcId="{7D5B27FC-897C-4EDC-BADE-F44B5AFE3983}" destId="{D0139562-E026-4A60-97CA-63FAA81D076B}" srcOrd="0" destOrd="0" presId="urn:microsoft.com/office/officeart/2005/8/layout/bProcess4"/>
    <dgm:cxn modelId="{FA278BC6-634A-4E1A-B6C1-C5CD3BFEECAA}" type="presOf" srcId="{2C3EC1D4-56C1-422B-BCB7-1092ED4A8C19}" destId="{896225C7-F24F-473F-9581-081786127DE9}" srcOrd="0" destOrd="0" presId="urn:microsoft.com/office/officeart/2005/8/layout/bProcess4"/>
    <dgm:cxn modelId="{711FC4CE-13CC-4E24-9E91-32000148FC6F}" type="presOf" srcId="{1D968D80-193D-40CA-AD3C-A8B1F709EFF8}" destId="{F6783476-7880-486F-8A19-AD6443E17613}" srcOrd="0" destOrd="0" presId="urn:microsoft.com/office/officeart/2005/8/layout/bProcess4"/>
    <dgm:cxn modelId="{943AB0D3-0BF2-4FA1-B558-709A4F7ED470}" srcId="{5E74A3DE-5D91-4630-B0B9-AEA2C880C734}" destId="{90881EEF-62F2-48EC-9234-B24268308FB3}" srcOrd="1" destOrd="0" parTransId="{5EF76278-B406-49D6-9071-D0992F562C2F}" sibTransId="{1D968D80-193D-40CA-AD3C-A8B1F709EFF8}"/>
    <dgm:cxn modelId="{D0C96DD6-A251-425D-AED6-00A951F7386A}" type="presOf" srcId="{37BBF3D3-9AA1-4D01-9AD1-23B3B39805A1}" destId="{D273A848-8F4D-4694-B756-1CCB40FE6C6F}" srcOrd="0" destOrd="0" presId="urn:microsoft.com/office/officeart/2005/8/layout/bProcess4"/>
    <dgm:cxn modelId="{7DB1D9DC-28C3-410D-8817-515CC846506E}" srcId="{5E74A3DE-5D91-4630-B0B9-AEA2C880C734}" destId="{A2946CD4-4648-49AF-AD64-123C560A95F4}" srcOrd="11" destOrd="0" parTransId="{CD691DFF-43A8-441A-881C-A5D2C639571C}" sibTransId="{8D33A13B-7A4F-4DF6-9024-B3E7FBDE764E}"/>
    <dgm:cxn modelId="{E83598DF-1F35-4650-A2D8-64416AADF4BA}" type="presOf" srcId="{A2946CD4-4648-49AF-AD64-123C560A95F4}" destId="{280FAB7C-4470-4521-86CC-3FFDA401726F}" srcOrd="0" destOrd="0" presId="urn:microsoft.com/office/officeart/2005/8/layout/bProcess4"/>
    <dgm:cxn modelId="{D75628E4-F439-4C1F-A77E-55BC5E973D87}" srcId="{5E74A3DE-5D91-4630-B0B9-AEA2C880C734}" destId="{6B18F306-1F5E-46E6-BDBD-45797A74DDCF}" srcOrd="4" destOrd="0" parTransId="{F75418FF-3AF0-4473-98FE-A59E093C4FEC}" sibTransId="{C04B7B8D-7B9B-48EF-8981-592FE0B9566D}"/>
    <dgm:cxn modelId="{6E6962E4-F0EF-473A-B015-2A946EE20423}" type="presOf" srcId="{E9780906-BAFE-418C-AC3E-70E9815F964A}" destId="{B475E1B2-53E2-425E-8491-B8E1A9003B05}" srcOrd="0" destOrd="0" presId="urn:microsoft.com/office/officeart/2005/8/layout/bProcess4"/>
    <dgm:cxn modelId="{81A782EC-C42B-4ED3-B535-C2FCA0603728}" type="presOf" srcId="{18653E05-DB72-4F17-B8C8-ED5560A64AE6}" destId="{8E31938D-4183-44F3-8FC5-A1EA2E7DC1AB}" srcOrd="0" destOrd="0" presId="urn:microsoft.com/office/officeart/2005/8/layout/bProcess4"/>
    <dgm:cxn modelId="{E8A36CFB-3F5E-4AE2-80B6-16296FBD127D}" srcId="{5E74A3DE-5D91-4630-B0B9-AEA2C880C734}" destId="{B9A4BE42-FCBB-405B-85DA-F02FDD751004}" srcOrd="7" destOrd="0" parTransId="{339D62E2-3673-4E10-99B7-8CA7E8BDB371}" sibTransId="{8CAE1921-326A-4D73-88F5-B231714E530F}"/>
    <dgm:cxn modelId="{20F338AD-1C14-46FA-B420-8DF714929FAB}" type="presParOf" srcId="{0B368282-BBDC-4D83-B116-6EDC5D59852F}" destId="{B4E6E67D-DB16-457E-AD3D-FEDE76130205}" srcOrd="0" destOrd="0" presId="urn:microsoft.com/office/officeart/2005/8/layout/bProcess4"/>
    <dgm:cxn modelId="{A86AFDD1-DA4E-472D-B120-07AF9C5A1E28}" type="presParOf" srcId="{B4E6E67D-DB16-457E-AD3D-FEDE76130205}" destId="{0E3D47E2-D2D7-4A17-997D-2CD70B07FC6F}" srcOrd="0" destOrd="0" presId="urn:microsoft.com/office/officeart/2005/8/layout/bProcess4"/>
    <dgm:cxn modelId="{0B7365A7-3BEC-471B-AD56-BAA20EC01B3B}" type="presParOf" srcId="{B4E6E67D-DB16-457E-AD3D-FEDE76130205}" destId="{182DAB28-F5BC-40F4-B594-AF1B800D8BDD}" srcOrd="1" destOrd="0" presId="urn:microsoft.com/office/officeart/2005/8/layout/bProcess4"/>
    <dgm:cxn modelId="{C9BA39AA-80AE-4226-B19F-BFB907A14A43}" type="presParOf" srcId="{0B368282-BBDC-4D83-B116-6EDC5D59852F}" destId="{B475E1B2-53E2-425E-8491-B8E1A9003B05}" srcOrd="1" destOrd="0" presId="urn:microsoft.com/office/officeart/2005/8/layout/bProcess4"/>
    <dgm:cxn modelId="{A033A7DD-7386-4045-B2AB-854187477684}" type="presParOf" srcId="{0B368282-BBDC-4D83-B116-6EDC5D59852F}" destId="{BE24EBA6-9CF5-48A1-93F9-5684F6DBCC29}" srcOrd="2" destOrd="0" presId="urn:microsoft.com/office/officeart/2005/8/layout/bProcess4"/>
    <dgm:cxn modelId="{A0BB1B71-C269-4BBD-9974-B9EF0F972678}" type="presParOf" srcId="{BE24EBA6-9CF5-48A1-93F9-5684F6DBCC29}" destId="{0B7B34A0-9B5A-4AE6-846F-2437CCA309E9}" srcOrd="0" destOrd="0" presId="urn:microsoft.com/office/officeart/2005/8/layout/bProcess4"/>
    <dgm:cxn modelId="{F1E508AF-DAE3-472F-8186-367A33088586}" type="presParOf" srcId="{BE24EBA6-9CF5-48A1-93F9-5684F6DBCC29}" destId="{10297F34-24B3-4511-9F30-39CE7B2325BE}" srcOrd="1" destOrd="0" presId="urn:microsoft.com/office/officeart/2005/8/layout/bProcess4"/>
    <dgm:cxn modelId="{F0510E2F-A045-4041-8B74-C65C05D500A7}" type="presParOf" srcId="{0B368282-BBDC-4D83-B116-6EDC5D59852F}" destId="{F6783476-7880-486F-8A19-AD6443E17613}" srcOrd="3" destOrd="0" presId="urn:microsoft.com/office/officeart/2005/8/layout/bProcess4"/>
    <dgm:cxn modelId="{EBFEE0CC-324A-4326-A150-4A1FE9507353}" type="presParOf" srcId="{0B368282-BBDC-4D83-B116-6EDC5D59852F}" destId="{192E86E1-FBDF-496F-8996-C40C85AE8ACD}" srcOrd="4" destOrd="0" presId="urn:microsoft.com/office/officeart/2005/8/layout/bProcess4"/>
    <dgm:cxn modelId="{B8593FC1-AB2B-437A-8C6B-A41B8F75ABC9}" type="presParOf" srcId="{192E86E1-FBDF-496F-8996-C40C85AE8ACD}" destId="{53E7CE2D-84F3-4D00-8677-E42A0D483039}" srcOrd="0" destOrd="0" presId="urn:microsoft.com/office/officeart/2005/8/layout/bProcess4"/>
    <dgm:cxn modelId="{435D6871-BB26-4057-9693-DBF5BB0AA5F1}" type="presParOf" srcId="{192E86E1-FBDF-496F-8996-C40C85AE8ACD}" destId="{0A9D7BE3-835A-4D38-BDA2-DD3176B48E84}" srcOrd="1" destOrd="0" presId="urn:microsoft.com/office/officeart/2005/8/layout/bProcess4"/>
    <dgm:cxn modelId="{4F011DFE-4088-4C47-963A-43D21988CFBE}" type="presParOf" srcId="{0B368282-BBDC-4D83-B116-6EDC5D59852F}" destId="{0D2E48E3-A5A9-4502-8785-8E281174EFAE}" srcOrd="5" destOrd="0" presId="urn:microsoft.com/office/officeart/2005/8/layout/bProcess4"/>
    <dgm:cxn modelId="{13A54D06-39F9-4590-9430-E0E6997FF7C0}" type="presParOf" srcId="{0B368282-BBDC-4D83-B116-6EDC5D59852F}" destId="{C02CE34E-326A-4719-91D3-50A7EA8AD653}" srcOrd="6" destOrd="0" presId="urn:microsoft.com/office/officeart/2005/8/layout/bProcess4"/>
    <dgm:cxn modelId="{855D8088-A187-48FB-8D68-EDB6F006B29B}" type="presParOf" srcId="{C02CE34E-326A-4719-91D3-50A7EA8AD653}" destId="{FF54EDA2-45A1-458C-BDFA-2D382F84F787}" srcOrd="0" destOrd="0" presId="urn:microsoft.com/office/officeart/2005/8/layout/bProcess4"/>
    <dgm:cxn modelId="{C76E86EC-4839-40CD-8A1E-85E36A050C5C}" type="presParOf" srcId="{C02CE34E-326A-4719-91D3-50A7EA8AD653}" destId="{D0139562-E026-4A60-97CA-63FAA81D076B}" srcOrd="1" destOrd="0" presId="urn:microsoft.com/office/officeart/2005/8/layout/bProcess4"/>
    <dgm:cxn modelId="{3F4A22EE-F307-4C32-8C6C-776198DC37D4}" type="presParOf" srcId="{0B368282-BBDC-4D83-B116-6EDC5D59852F}" destId="{D273A848-8F4D-4694-B756-1CCB40FE6C6F}" srcOrd="7" destOrd="0" presId="urn:microsoft.com/office/officeart/2005/8/layout/bProcess4"/>
    <dgm:cxn modelId="{FCE94B45-3EE7-4153-9A14-EE5B0281F445}" type="presParOf" srcId="{0B368282-BBDC-4D83-B116-6EDC5D59852F}" destId="{CF47440B-16F1-4C1F-974A-AE34EA9D8648}" srcOrd="8" destOrd="0" presId="urn:microsoft.com/office/officeart/2005/8/layout/bProcess4"/>
    <dgm:cxn modelId="{2EB0D404-0670-4B06-BF6C-D12279AE55A1}" type="presParOf" srcId="{CF47440B-16F1-4C1F-974A-AE34EA9D8648}" destId="{A86E2FBF-7A28-4CBB-A840-9781531C13BD}" srcOrd="0" destOrd="0" presId="urn:microsoft.com/office/officeart/2005/8/layout/bProcess4"/>
    <dgm:cxn modelId="{1AA939BC-A8B0-495B-89D9-49800EB970B5}" type="presParOf" srcId="{CF47440B-16F1-4C1F-974A-AE34EA9D8648}" destId="{A95C35A5-6565-4F73-8043-DB2BB05DDE74}" srcOrd="1" destOrd="0" presId="urn:microsoft.com/office/officeart/2005/8/layout/bProcess4"/>
    <dgm:cxn modelId="{C29DB061-5C26-408F-B9FF-87F0DCBA0BD0}" type="presParOf" srcId="{0B368282-BBDC-4D83-B116-6EDC5D59852F}" destId="{2652D94E-617B-46C8-B1F4-764B0720A550}" srcOrd="9" destOrd="0" presId="urn:microsoft.com/office/officeart/2005/8/layout/bProcess4"/>
    <dgm:cxn modelId="{FC0FFE72-495A-4341-8851-D70F785DB554}" type="presParOf" srcId="{0B368282-BBDC-4D83-B116-6EDC5D59852F}" destId="{B47ADD0B-C4AD-4093-A022-516E07186255}" srcOrd="10" destOrd="0" presId="urn:microsoft.com/office/officeart/2005/8/layout/bProcess4"/>
    <dgm:cxn modelId="{F11D0189-2058-471C-8244-EA94410EAC03}" type="presParOf" srcId="{B47ADD0B-C4AD-4093-A022-516E07186255}" destId="{4579C124-E9A6-4084-A0AD-2666E45DBD41}" srcOrd="0" destOrd="0" presId="urn:microsoft.com/office/officeart/2005/8/layout/bProcess4"/>
    <dgm:cxn modelId="{1B093626-DD79-406E-B070-7EFE6DB8C417}" type="presParOf" srcId="{B47ADD0B-C4AD-4093-A022-516E07186255}" destId="{DEA29A96-92EF-4627-8F1E-862EB12CFF3E}" srcOrd="1" destOrd="0" presId="urn:microsoft.com/office/officeart/2005/8/layout/bProcess4"/>
    <dgm:cxn modelId="{206157A1-7B2D-4217-9B6A-3AAF87135340}" type="presParOf" srcId="{0B368282-BBDC-4D83-B116-6EDC5D59852F}" destId="{BF9F290A-A73D-496E-9001-510347B3CDBC}" srcOrd="11" destOrd="0" presId="urn:microsoft.com/office/officeart/2005/8/layout/bProcess4"/>
    <dgm:cxn modelId="{7F2F9F86-42B5-456A-A94F-A9C331E35E41}" type="presParOf" srcId="{0B368282-BBDC-4D83-B116-6EDC5D59852F}" destId="{1F8D2914-CABB-4617-9F22-91D778123576}" srcOrd="12" destOrd="0" presId="urn:microsoft.com/office/officeart/2005/8/layout/bProcess4"/>
    <dgm:cxn modelId="{55E5A5B2-B47B-41B0-83D6-2D6000D5F97A}" type="presParOf" srcId="{1F8D2914-CABB-4617-9F22-91D778123576}" destId="{8A14036E-6BCD-42E9-8469-302872A464F5}" srcOrd="0" destOrd="0" presId="urn:microsoft.com/office/officeart/2005/8/layout/bProcess4"/>
    <dgm:cxn modelId="{B53083D2-F5DA-49CD-B92A-E3DF051104C7}" type="presParOf" srcId="{1F8D2914-CABB-4617-9F22-91D778123576}" destId="{E6ED1DC6-3A15-4B3A-B750-1C92F42A857C}" srcOrd="1" destOrd="0" presId="urn:microsoft.com/office/officeart/2005/8/layout/bProcess4"/>
    <dgm:cxn modelId="{B0E4D77D-59BD-4AFD-B29F-6E3E61E402D6}" type="presParOf" srcId="{0B368282-BBDC-4D83-B116-6EDC5D59852F}" destId="{8E31938D-4183-44F3-8FC5-A1EA2E7DC1AB}" srcOrd="13" destOrd="0" presId="urn:microsoft.com/office/officeart/2005/8/layout/bProcess4"/>
    <dgm:cxn modelId="{C96CCE9C-7C60-431E-BB0A-B14B6BE5EFE3}" type="presParOf" srcId="{0B368282-BBDC-4D83-B116-6EDC5D59852F}" destId="{1461F275-9E01-45BA-A388-B04757718FB0}" srcOrd="14" destOrd="0" presId="urn:microsoft.com/office/officeart/2005/8/layout/bProcess4"/>
    <dgm:cxn modelId="{A2B168B6-58B2-45AB-AE6E-55FAB362E38F}" type="presParOf" srcId="{1461F275-9E01-45BA-A388-B04757718FB0}" destId="{97BEBEEE-52AB-4614-97F8-7FF5CE79D525}" srcOrd="0" destOrd="0" presId="urn:microsoft.com/office/officeart/2005/8/layout/bProcess4"/>
    <dgm:cxn modelId="{69F74A2C-2EA3-4702-8257-53154169780F}" type="presParOf" srcId="{1461F275-9E01-45BA-A388-B04757718FB0}" destId="{EFB71A2D-9BB8-4754-B8D5-8709A5F69776}" srcOrd="1" destOrd="0" presId="urn:microsoft.com/office/officeart/2005/8/layout/bProcess4"/>
    <dgm:cxn modelId="{CF98EF40-9508-45B3-9413-BE6A40759B63}" type="presParOf" srcId="{0B368282-BBDC-4D83-B116-6EDC5D59852F}" destId="{26DD012A-EBF9-4740-9DEE-94084C33905A}" srcOrd="15" destOrd="0" presId="urn:microsoft.com/office/officeart/2005/8/layout/bProcess4"/>
    <dgm:cxn modelId="{A1984639-7D6F-44D9-8537-9EE48B5B1D0F}" type="presParOf" srcId="{0B368282-BBDC-4D83-B116-6EDC5D59852F}" destId="{FA2696A3-0C81-442A-81C2-ED1ADBF618E4}" srcOrd="16" destOrd="0" presId="urn:microsoft.com/office/officeart/2005/8/layout/bProcess4"/>
    <dgm:cxn modelId="{DBC77E76-6609-4C1A-8EEE-6C0544685CDE}" type="presParOf" srcId="{FA2696A3-0C81-442A-81C2-ED1ADBF618E4}" destId="{0187265B-1E81-4653-8193-0EEF3B6B170C}" srcOrd="0" destOrd="0" presId="urn:microsoft.com/office/officeart/2005/8/layout/bProcess4"/>
    <dgm:cxn modelId="{65DA627C-C282-4936-96AA-83E43E3DDD49}" type="presParOf" srcId="{FA2696A3-0C81-442A-81C2-ED1ADBF618E4}" destId="{6F3106C7-AD04-4C16-8ED4-CB5CAFB5E575}" srcOrd="1" destOrd="0" presId="urn:microsoft.com/office/officeart/2005/8/layout/bProcess4"/>
    <dgm:cxn modelId="{BBCAD095-F4C9-4EA9-8410-E5EAB6ECC01E}" type="presParOf" srcId="{0B368282-BBDC-4D83-B116-6EDC5D59852F}" destId="{755200CF-54A0-44F4-852B-F8115906F95F}" srcOrd="17" destOrd="0" presId="urn:microsoft.com/office/officeart/2005/8/layout/bProcess4"/>
    <dgm:cxn modelId="{D70FE223-4106-4480-BEE0-B69961ABC623}" type="presParOf" srcId="{0B368282-BBDC-4D83-B116-6EDC5D59852F}" destId="{1A085CA8-7B81-4B95-B484-78BA7B1F4E7E}" srcOrd="18" destOrd="0" presId="urn:microsoft.com/office/officeart/2005/8/layout/bProcess4"/>
    <dgm:cxn modelId="{B0F95A81-5658-43EE-929A-677D49A328C5}" type="presParOf" srcId="{1A085CA8-7B81-4B95-B484-78BA7B1F4E7E}" destId="{AEF473D3-BFD7-4BBB-AE18-D35FD3EF7F5E}" srcOrd="0" destOrd="0" presId="urn:microsoft.com/office/officeart/2005/8/layout/bProcess4"/>
    <dgm:cxn modelId="{DA142D3C-58A0-4DC5-B2E8-926B8E2FE97B}" type="presParOf" srcId="{1A085CA8-7B81-4B95-B484-78BA7B1F4E7E}" destId="{896225C7-F24F-473F-9581-081786127DE9}" srcOrd="1" destOrd="0" presId="urn:microsoft.com/office/officeart/2005/8/layout/bProcess4"/>
    <dgm:cxn modelId="{4AB0FE9E-62F5-4D56-9184-9E19D6611DE7}" type="presParOf" srcId="{0B368282-BBDC-4D83-B116-6EDC5D59852F}" destId="{ACF88974-493D-4B0E-8238-A35C40AFAAF9}" srcOrd="19" destOrd="0" presId="urn:microsoft.com/office/officeart/2005/8/layout/bProcess4"/>
    <dgm:cxn modelId="{1C895B76-BF41-45ED-BFEC-FD14B57ACE71}" type="presParOf" srcId="{0B368282-BBDC-4D83-B116-6EDC5D59852F}" destId="{585B7C20-3042-4915-BA65-A67115590DC2}" srcOrd="20" destOrd="0" presId="urn:microsoft.com/office/officeart/2005/8/layout/bProcess4"/>
    <dgm:cxn modelId="{57C9491A-20D6-4FCE-8EBD-CD8A841ABDD6}" type="presParOf" srcId="{585B7C20-3042-4915-BA65-A67115590DC2}" destId="{A60C4DF2-03AF-4CF2-A8BB-A80CA4DBD149}" srcOrd="0" destOrd="0" presId="urn:microsoft.com/office/officeart/2005/8/layout/bProcess4"/>
    <dgm:cxn modelId="{2BF7EFEA-1902-413E-938A-E62028255FBE}" type="presParOf" srcId="{585B7C20-3042-4915-BA65-A67115590DC2}" destId="{BD6D46BE-3634-4E91-AF5D-397448E6EA3D}" srcOrd="1" destOrd="0" presId="urn:microsoft.com/office/officeart/2005/8/layout/bProcess4"/>
    <dgm:cxn modelId="{EF6C8347-1DB1-4A4C-8A81-F5E6B04EB884}" type="presParOf" srcId="{0B368282-BBDC-4D83-B116-6EDC5D59852F}" destId="{84BAC5D4-FC74-4158-AC6E-7A15931743D8}" srcOrd="21" destOrd="0" presId="urn:microsoft.com/office/officeart/2005/8/layout/bProcess4"/>
    <dgm:cxn modelId="{0AECA2B3-42B6-4A99-B28B-521B2E657E22}" type="presParOf" srcId="{0B368282-BBDC-4D83-B116-6EDC5D59852F}" destId="{E270E83F-642B-46A5-894D-2B748FC1774F}" srcOrd="22" destOrd="0" presId="urn:microsoft.com/office/officeart/2005/8/layout/bProcess4"/>
    <dgm:cxn modelId="{45E21FBC-7CE8-4A72-A46D-88600A8C68FE}" type="presParOf" srcId="{E270E83F-642B-46A5-894D-2B748FC1774F}" destId="{2E3FA40A-087C-4C53-85D7-17E176DD46E7}" srcOrd="0" destOrd="0" presId="urn:microsoft.com/office/officeart/2005/8/layout/bProcess4"/>
    <dgm:cxn modelId="{F5983047-ABB9-4AFB-A7A8-4CF846713948}" type="presParOf" srcId="{E270E83F-642B-46A5-894D-2B748FC1774F}" destId="{280FAB7C-4470-4521-86CC-3FFDA401726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74A3DE-5D91-4630-B0B9-AEA2C880C73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A410DE0-A84D-4780-9929-9687D4D35E14}">
      <dgm:prSet phldrT="[텍스트]" custT="1"/>
      <dgm:spPr>
        <a:solidFill>
          <a:srgbClr val="F53B57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B98D2B-8CC0-4DBE-8D87-5A33217A9E14}" type="parTrans" cxnId="{B6191F28-5289-4445-A4D8-FA45830D89A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E9780906-BAFE-418C-AC3E-70E9815F964A}" type="sibTrans" cxnId="{B6191F28-5289-4445-A4D8-FA45830D89A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0881EEF-62F2-48EC-9234-B24268308FB3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EF76278-B406-49D6-9071-D0992F562C2F}" type="parTrans" cxnId="{943AB0D3-0BF2-4FA1-B558-709A4F7ED47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D968D80-193D-40CA-AD3C-A8B1F709EFF8}" type="sibTrans" cxnId="{943AB0D3-0BF2-4FA1-B558-709A4F7ED47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5144A74-3352-49BE-8F1D-E49A974502D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gm:t>
    </dgm:pt>
    <dgm:pt modelId="{EEB4483D-F333-4109-935A-2097195A1673}" type="parTrans" cxnId="{637979AB-0178-42E0-92AF-19519FE5EE51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9CC25B7-8F4A-4601-88F7-DC3DCA88F5B4}" type="sibTrans" cxnId="{637979AB-0178-42E0-92AF-19519FE5EE51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7D5B27FC-897C-4EDC-BADE-F44B5AFE3983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AF1F7AE-71B3-4E02-8934-501D6853DA73}" type="parTrans" cxnId="{6B56703E-B76D-49D1-B9A7-1A9178D1B29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7BBF3D3-9AA1-4D01-9AD1-23B3B39805A1}" type="sibTrans" cxnId="{6B56703E-B76D-49D1-B9A7-1A9178D1B29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18F306-1F5E-46E6-BDBD-45797A74DDCF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75418FF-3AF0-4473-98FE-A59E093C4FEC}" type="parTrans" cxnId="{D75628E4-F439-4C1F-A77E-55BC5E973D87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04B7B8D-7B9B-48EF-8981-592FE0B9566D}" type="sibTrans" cxnId="{D75628E4-F439-4C1F-A77E-55BC5E973D87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9482AD3-F4D8-40D5-89BE-9E9BCF98288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EC0E692-93C9-4B8E-A788-E80FB2423A7E}" type="parTrans" cxnId="{A292F034-3DE9-4E4C-821B-680FD8685D63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EF7014F-D336-4C92-AC26-DEAA689C473D}" type="sibTrans" cxnId="{A292F034-3DE9-4E4C-821B-680FD8685D63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8265850-3C17-4F3D-9180-0279CD022302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1130969-2F43-425B-BF81-89AD77A37833}" type="parTrans" cxnId="{F9A2D8B1-3ACC-427F-9C0A-A36F2F51BA8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8653E05-DB72-4F17-B8C8-ED5560A64AE6}" type="sibTrans" cxnId="{F9A2D8B1-3ACC-427F-9C0A-A36F2F51BA8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B9A4BE42-FCBB-405B-85DA-F02FDD75100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39D62E2-3673-4E10-99B7-8CA7E8BDB371}" type="parTrans" cxnId="{E8A36CFB-3F5E-4AE2-80B6-16296FBD127D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CAE1921-326A-4D73-88F5-B231714E530F}" type="sibTrans" cxnId="{E8A36CFB-3F5E-4AE2-80B6-16296FBD127D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2847C325-E916-4E0F-AAF3-DC8E3B9973B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26CE59B-2A74-4754-A224-2941C236F6C8}" type="parTrans" cxnId="{1F009A00-73F6-4FE6-8111-20B23842F337}">
      <dgm:prSet/>
      <dgm:spPr/>
      <dgm:t>
        <a:bodyPr/>
        <a:lstStyle/>
        <a:p>
          <a:pPr latinLnBrk="1"/>
          <a:endParaRPr lang="ko-KR" altLang="en-US"/>
        </a:p>
      </dgm:t>
    </dgm:pt>
    <dgm:pt modelId="{D1983862-A62E-4C95-B1AA-9ED3B94517AD}" type="sibTrans" cxnId="{1F009A00-73F6-4FE6-8111-20B23842F337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2C3EC1D4-56C1-422B-BCB7-1092ED4A8C19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DE1F10B-F6DA-4679-9B1A-59C3E4D4D77D}" type="parTrans" cxnId="{518D236C-1ABF-4E82-A928-24F964E9708F}">
      <dgm:prSet/>
      <dgm:spPr/>
      <dgm:t>
        <a:bodyPr/>
        <a:lstStyle/>
        <a:p>
          <a:pPr latinLnBrk="1"/>
          <a:endParaRPr lang="ko-KR" altLang="en-US"/>
        </a:p>
      </dgm:t>
    </dgm:pt>
    <dgm:pt modelId="{A9671E0F-DA91-4452-B270-C1CE80BFDC89}" type="sibTrans" cxnId="{518D236C-1ABF-4E82-A928-24F964E9708F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1AB3116-A8F5-4ED2-870A-B59A62CA8C57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gm:t>
    </dgm:pt>
    <dgm:pt modelId="{158C29BE-2FE2-49E7-BB0A-F2D30194F9F7}" type="parTrans" cxnId="{33867DA7-DA23-446C-8C70-83E05B9091EE}">
      <dgm:prSet/>
      <dgm:spPr/>
      <dgm:t>
        <a:bodyPr/>
        <a:lstStyle/>
        <a:p>
          <a:pPr latinLnBrk="1"/>
          <a:endParaRPr lang="ko-KR" altLang="en-US"/>
        </a:p>
      </dgm:t>
    </dgm:pt>
    <dgm:pt modelId="{975FDBA3-C271-486B-A535-60453BA3C814}" type="sibTrans" cxnId="{33867DA7-DA23-446C-8C70-83E05B9091EE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2946CD4-4648-49AF-AD64-123C560A95F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D691DFF-43A8-441A-881C-A5D2C639571C}" type="par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8D33A13B-7A4F-4DF6-9024-B3E7FBDE764E}" type="sib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0B368282-BBDC-4D83-B116-6EDC5D59852F}" type="pres">
      <dgm:prSet presAssocID="{5E74A3DE-5D91-4630-B0B9-AEA2C880C734}" presName="Name0" presStyleCnt="0">
        <dgm:presLayoutVars>
          <dgm:dir/>
          <dgm:resizeHandles/>
        </dgm:presLayoutVars>
      </dgm:prSet>
      <dgm:spPr/>
    </dgm:pt>
    <dgm:pt modelId="{B4E6E67D-DB16-457E-AD3D-FEDE76130205}" type="pres">
      <dgm:prSet presAssocID="{8A410DE0-A84D-4780-9929-9687D4D35E14}" presName="compNode" presStyleCnt="0"/>
      <dgm:spPr/>
    </dgm:pt>
    <dgm:pt modelId="{0E3D47E2-D2D7-4A17-997D-2CD70B07FC6F}" type="pres">
      <dgm:prSet presAssocID="{8A410DE0-A84D-4780-9929-9687D4D35E14}" presName="dummyConnPt" presStyleCnt="0"/>
      <dgm:spPr/>
    </dgm:pt>
    <dgm:pt modelId="{182DAB28-F5BC-40F4-B594-AF1B800D8BDD}" type="pres">
      <dgm:prSet presAssocID="{8A410DE0-A84D-4780-9929-9687D4D35E14}" presName="node" presStyleLbl="node1" presStyleIdx="0" presStyleCnt="12">
        <dgm:presLayoutVars>
          <dgm:bulletEnabled val="1"/>
        </dgm:presLayoutVars>
      </dgm:prSet>
      <dgm:spPr/>
    </dgm:pt>
    <dgm:pt modelId="{B475E1B2-53E2-425E-8491-B8E1A9003B05}" type="pres">
      <dgm:prSet presAssocID="{E9780906-BAFE-418C-AC3E-70E9815F964A}" presName="sibTrans" presStyleLbl="bgSibTrans2D1" presStyleIdx="0" presStyleCnt="11"/>
      <dgm:spPr/>
    </dgm:pt>
    <dgm:pt modelId="{BE24EBA6-9CF5-48A1-93F9-5684F6DBCC29}" type="pres">
      <dgm:prSet presAssocID="{90881EEF-62F2-48EC-9234-B24268308FB3}" presName="compNode" presStyleCnt="0"/>
      <dgm:spPr/>
    </dgm:pt>
    <dgm:pt modelId="{0B7B34A0-9B5A-4AE6-846F-2437CCA309E9}" type="pres">
      <dgm:prSet presAssocID="{90881EEF-62F2-48EC-9234-B24268308FB3}" presName="dummyConnPt" presStyleCnt="0"/>
      <dgm:spPr/>
    </dgm:pt>
    <dgm:pt modelId="{10297F34-24B3-4511-9F30-39CE7B2325BE}" type="pres">
      <dgm:prSet presAssocID="{90881EEF-62F2-48EC-9234-B24268308FB3}" presName="node" presStyleLbl="node1" presStyleIdx="1" presStyleCnt="12">
        <dgm:presLayoutVars>
          <dgm:bulletEnabled val="1"/>
        </dgm:presLayoutVars>
      </dgm:prSet>
      <dgm:spPr/>
    </dgm:pt>
    <dgm:pt modelId="{F6783476-7880-486F-8A19-AD6443E17613}" type="pres">
      <dgm:prSet presAssocID="{1D968D80-193D-40CA-AD3C-A8B1F709EFF8}" presName="sibTrans" presStyleLbl="bgSibTrans2D1" presStyleIdx="1" presStyleCnt="11"/>
      <dgm:spPr/>
    </dgm:pt>
    <dgm:pt modelId="{192E86E1-FBDF-496F-8996-C40C85AE8ACD}" type="pres">
      <dgm:prSet presAssocID="{15144A74-3352-49BE-8F1D-E49A974502D5}" presName="compNode" presStyleCnt="0"/>
      <dgm:spPr/>
    </dgm:pt>
    <dgm:pt modelId="{53E7CE2D-84F3-4D00-8677-E42A0D483039}" type="pres">
      <dgm:prSet presAssocID="{15144A74-3352-49BE-8F1D-E49A974502D5}" presName="dummyConnPt" presStyleCnt="0"/>
      <dgm:spPr/>
    </dgm:pt>
    <dgm:pt modelId="{0A9D7BE3-835A-4D38-BDA2-DD3176B48E84}" type="pres">
      <dgm:prSet presAssocID="{15144A74-3352-49BE-8F1D-E49A974502D5}" presName="node" presStyleLbl="node1" presStyleIdx="2" presStyleCnt="12">
        <dgm:presLayoutVars>
          <dgm:bulletEnabled val="1"/>
        </dgm:presLayoutVars>
      </dgm:prSet>
      <dgm:spPr/>
    </dgm:pt>
    <dgm:pt modelId="{0D2E48E3-A5A9-4502-8785-8E281174EFAE}" type="pres">
      <dgm:prSet presAssocID="{89CC25B7-8F4A-4601-88F7-DC3DCA88F5B4}" presName="sibTrans" presStyleLbl="bgSibTrans2D1" presStyleIdx="2" presStyleCnt="11"/>
      <dgm:spPr/>
    </dgm:pt>
    <dgm:pt modelId="{C02CE34E-326A-4719-91D3-50A7EA8AD653}" type="pres">
      <dgm:prSet presAssocID="{7D5B27FC-897C-4EDC-BADE-F44B5AFE3983}" presName="compNode" presStyleCnt="0"/>
      <dgm:spPr/>
    </dgm:pt>
    <dgm:pt modelId="{FF54EDA2-45A1-458C-BDFA-2D382F84F787}" type="pres">
      <dgm:prSet presAssocID="{7D5B27FC-897C-4EDC-BADE-F44B5AFE3983}" presName="dummyConnPt" presStyleCnt="0"/>
      <dgm:spPr/>
    </dgm:pt>
    <dgm:pt modelId="{D0139562-E026-4A60-97CA-63FAA81D076B}" type="pres">
      <dgm:prSet presAssocID="{7D5B27FC-897C-4EDC-BADE-F44B5AFE3983}" presName="node" presStyleLbl="node1" presStyleIdx="3" presStyleCnt="12">
        <dgm:presLayoutVars>
          <dgm:bulletEnabled val="1"/>
        </dgm:presLayoutVars>
      </dgm:prSet>
      <dgm:spPr/>
    </dgm:pt>
    <dgm:pt modelId="{D273A848-8F4D-4694-B756-1CCB40FE6C6F}" type="pres">
      <dgm:prSet presAssocID="{37BBF3D3-9AA1-4D01-9AD1-23B3B39805A1}" presName="sibTrans" presStyleLbl="bgSibTrans2D1" presStyleIdx="3" presStyleCnt="11"/>
      <dgm:spPr/>
    </dgm:pt>
    <dgm:pt modelId="{CF47440B-16F1-4C1F-974A-AE34EA9D8648}" type="pres">
      <dgm:prSet presAssocID="{6B18F306-1F5E-46E6-BDBD-45797A74DDCF}" presName="compNode" presStyleCnt="0"/>
      <dgm:spPr/>
    </dgm:pt>
    <dgm:pt modelId="{A86E2FBF-7A28-4CBB-A840-9781531C13BD}" type="pres">
      <dgm:prSet presAssocID="{6B18F306-1F5E-46E6-BDBD-45797A74DDCF}" presName="dummyConnPt" presStyleCnt="0"/>
      <dgm:spPr/>
    </dgm:pt>
    <dgm:pt modelId="{A95C35A5-6565-4F73-8043-DB2BB05DDE74}" type="pres">
      <dgm:prSet presAssocID="{6B18F306-1F5E-46E6-BDBD-45797A74DDCF}" presName="node" presStyleLbl="node1" presStyleIdx="4" presStyleCnt="12">
        <dgm:presLayoutVars>
          <dgm:bulletEnabled val="1"/>
        </dgm:presLayoutVars>
      </dgm:prSet>
      <dgm:spPr/>
    </dgm:pt>
    <dgm:pt modelId="{2652D94E-617B-46C8-B1F4-764B0720A550}" type="pres">
      <dgm:prSet presAssocID="{C04B7B8D-7B9B-48EF-8981-592FE0B9566D}" presName="sibTrans" presStyleLbl="bgSibTrans2D1" presStyleIdx="4" presStyleCnt="11"/>
      <dgm:spPr/>
    </dgm:pt>
    <dgm:pt modelId="{B47ADD0B-C4AD-4093-A022-516E07186255}" type="pres">
      <dgm:prSet presAssocID="{99482AD3-F4D8-40D5-89BE-9E9BCF982885}" presName="compNode" presStyleCnt="0"/>
      <dgm:spPr/>
    </dgm:pt>
    <dgm:pt modelId="{4579C124-E9A6-4084-A0AD-2666E45DBD41}" type="pres">
      <dgm:prSet presAssocID="{99482AD3-F4D8-40D5-89BE-9E9BCF982885}" presName="dummyConnPt" presStyleCnt="0"/>
      <dgm:spPr/>
    </dgm:pt>
    <dgm:pt modelId="{DEA29A96-92EF-4627-8F1E-862EB12CFF3E}" type="pres">
      <dgm:prSet presAssocID="{99482AD3-F4D8-40D5-89BE-9E9BCF982885}" presName="node" presStyleLbl="node1" presStyleIdx="5" presStyleCnt="12">
        <dgm:presLayoutVars>
          <dgm:bulletEnabled val="1"/>
        </dgm:presLayoutVars>
      </dgm:prSet>
      <dgm:spPr/>
    </dgm:pt>
    <dgm:pt modelId="{BF9F290A-A73D-496E-9001-510347B3CDBC}" type="pres">
      <dgm:prSet presAssocID="{FEF7014F-D336-4C92-AC26-DEAA689C473D}" presName="sibTrans" presStyleLbl="bgSibTrans2D1" presStyleIdx="5" presStyleCnt="11"/>
      <dgm:spPr/>
    </dgm:pt>
    <dgm:pt modelId="{1F8D2914-CABB-4617-9F22-91D778123576}" type="pres">
      <dgm:prSet presAssocID="{08265850-3C17-4F3D-9180-0279CD022302}" presName="compNode" presStyleCnt="0"/>
      <dgm:spPr/>
    </dgm:pt>
    <dgm:pt modelId="{8A14036E-6BCD-42E9-8469-302872A464F5}" type="pres">
      <dgm:prSet presAssocID="{08265850-3C17-4F3D-9180-0279CD022302}" presName="dummyConnPt" presStyleCnt="0"/>
      <dgm:spPr/>
    </dgm:pt>
    <dgm:pt modelId="{E6ED1DC6-3A15-4B3A-B750-1C92F42A857C}" type="pres">
      <dgm:prSet presAssocID="{08265850-3C17-4F3D-9180-0279CD022302}" presName="node" presStyleLbl="node1" presStyleIdx="6" presStyleCnt="12">
        <dgm:presLayoutVars>
          <dgm:bulletEnabled val="1"/>
        </dgm:presLayoutVars>
      </dgm:prSet>
      <dgm:spPr/>
    </dgm:pt>
    <dgm:pt modelId="{8E31938D-4183-44F3-8FC5-A1EA2E7DC1AB}" type="pres">
      <dgm:prSet presAssocID="{18653E05-DB72-4F17-B8C8-ED5560A64AE6}" presName="sibTrans" presStyleLbl="bgSibTrans2D1" presStyleIdx="6" presStyleCnt="11"/>
      <dgm:spPr/>
    </dgm:pt>
    <dgm:pt modelId="{1461F275-9E01-45BA-A388-B04757718FB0}" type="pres">
      <dgm:prSet presAssocID="{B9A4BE42-FCBB-405B-85DA-F02FDD751004}" presName="compNode" presStyleCnt="0"/>
      <dgm:spPr/>
    </dgm:pt>
    <dgm:pt modelId="{97BEBEEE-52AB-4614-97F8-7FF5CE79D525}" type="pres">
      <dgm:prSet presAssocID="{B9A4BE42-FCBB-405B-85DA-F02FDD751004}" presName="dummyConnPt" presStyleCnt="0"/>
      <dgm:spPr/>
    </dgm:pt>
    <dgm:pt modelId="{EFB71A2D-9BB8-4754-B8D5-8709A5F69776}" type="pres">
      <dgm:prSet presAssocID="{B9A4BE42-FCBB-405B-85DA-F02FDD751004}" presName="node" presStyleLbl="node1" presStyleIdx="7" presStyleCnt="12">
        <dgm:presLayoutVars>
          <dgm:bulletEnabled val="1"/>
        </dgm:presLayoutVars>
      </dgm:prSet>
      <dgm:spPr/>
    </dgm:pt>
    <dgm:pt modelId="{26DD012A-EBF9-4740-9DEE-94084C33905A}" type="pres">
      <dgm:prSet presAssocID="{8CAE1921-326A-4D73-88F5-B231714E530F}" presName="sibTrans" presStyleLbl="bgSibTrans2D1" presStyleIdx="7" presStyleCnt="11"/>
      <dgm:spPr/>
    </dgm:pt>
    <dgm:pt modelId="{FA2696A3-0C81-442A-81C2-ED1ADBF618E4}" type="pres">
      <dgm:prSet presAssocID="{2847C325-E916-4E0F-AAF3-DC8E3B9973B5}" presName="compNode" presStyleCnt="0"/>
      <dgm:spPr/>
    </dgm:pt>
    <dgm:pt modelId="{0187265B-1E81-4653-8193-0EEF3B6B170C}" type="pres">
      <dgm:prSet presAssocID="{2847C325-E916-4E0F-AAF3-DC8E3B9973B5}" presName="dummyConnPt" presStyleCnt="0"/>
      <dgm:spPr/>
    </dgm:pt>
    <dgm:pt modelId="{6F3106C7-AD04-4C16-8ED4-CB5CAFB5E575}" type="pres">
      <dgm:prSet presAssocID="{2847C325-E916-4E0F-AAF3-DC8E3B9973B5}" presName="node" presStyleLbl="node1" presStyleIdx="8" presStyleCnt="12">
        <dgm:presLayoutVars>
          <dgm:bulletEnabled val="1"/>
        </dgm:presLayoutVars>
      </dgm:prSet>
      <dgm:spPr/>
    </dgm:pt>
    <dgm:pt modelId="{755200CF-54A0-44F4-852B-F8115906F95F}" type="pres">
      <dgm:prSet presAssocID="{D1983862-A62E-4C95-B1AA-9ED3B94517AD}" presName="sibTrans" presStyleLbl="bgSibTrans2D1" presStyleIdx="8" presStyleCnt="11"/>
      <dgm:spPr/>
    </dgm:pt>
    <dgm:pt modelId="{1A085CA8-7B81-4B95-B484-78BA7B1F4E7E}" type="pres">
      <dgm:prSet presAssocID="{2C3EC1D4-56C1-422B-BCB7-1092ED4A8C19}" presName="compNode" presStyleCnt="0"/>
      <dgm:spPr/>
    </dgm:pt>
    <dgm:pt modelId="{AEF473D3-BFD7-4BBB-AE18-D35FD3EF7F5E}" type="pres">
      <dgm:prSet presAssocID="{2C3EC1D4-56C1-422B-BCB7-1092ED4A8C19}" presName="dummyConnPt" presStyleCnt="0"/>
      <dgm:spPr/>
    </dgm:pt>
    <dgm:pt modelId="{896225C7-F24F-473F-9581-081786127DE9}" type="pres">
      <dgm:prSet presAssocID="{2C3EC1D4-56C1-422B-BCB7-1092ED4A8C19}" presName="node" presStyleLbl="node1" presStyleIdx="9" presStyleCnt="12">
        <dgm:presLayoutVars>
          <dgm:bulletEnabled val="1"/>
        </dgm:presLayoutVars>
      </dgm:prSet>
      <dgm:spPr/>
    </dgm:pt>
    <dgm:pt modelId="{ACF88974-493D-4B0E-8238-A35C40AFAAF9}" type="pres">
      <dgm:prSet presAssocID="{A9671E0F-DA91-4452-B270-C1CE80BFDC89}" presName="sibTrans" presStyleLbl="bgSibTrans2D1" presStyleIdx="9" presStyleCnt="11"/>
      <dgm:spPr/>
    </dgm:pt>
    <dgm:pt modelId="{585B7C20-3042-4915-BA65-A67115590DC2}" type="pres">
      <dgm:prSet presAssocID="{A1AB3116-A8F5-4ED2-870A-B59A62CA8C57}" presName="compNode" presStyleCnt="0"/>
      <dgm:spPr/>
    </dgm:pt>
    <dgm:pt modelId="{A60C4DF2-03AF-4CF2-A8BB-A80CA4DBD149}" type="pres">
      <dgm:prSet presAssocID="{A1AB3116-A8F5-4ED2-870A-B59A62CA8C57}" presName="dummyConnPt" presStyleCnt="0"/>
      <dgm:spPr/>
    </dgm:pt>
    <dgm:pt modelId="{BD6D46BE-3634-4E91-AF5D-397448E6EA3D}" type="pres">
      <dgm:prSet presAssocID="{A1AB3116-A8F5-4ED2-870A-B59A62CA8C57}" presName="node" presStyleLbl="node1" presStyleIdx="10" presStyleCnt="12" custScaleX="114484">
        <dgm:presLayoutVars>
          <dgm:bulletEnabled val="1"/>
        </dgm:presLayoutVars>
      </dgm:prSet>
      <dgm:spPr/>
    </dgm:pt>
    <dgm:pt modelId="{84BAC5D4-FC74-4158-AC6E-7A15931743D8}" type="pres">
      <dgm:prSet presAssocID="{975FDBA3-C271-486B-A535-60453BA3C814}" presName="sibTrans" presStyleLbl="bgSibTrans2D1" presStyleIdx="10" presStyleCnt="11"/>
      <dgm:spPr/>
    </dgm:pt>
    <dgm:pt modelId="{E270E83F-642B-46A5-894D-2B748FC1774F}" type="pres">
      <dgm:prSet presAssocID="{A2946CD4-4648-49AF-AD64-123C560A95F4}" presName="compNode" presStyleCnt="0"/>
      <dgm:spPr/>
    </dgm:pt>
    <dgm:pt modelId="{2E3FA40A-087C-4C53-85D7-17E176DD46E7}" type="pres">
      <dgm:prSet presAssocID="{A2946CD4-4648-49AF-AD64-123C560A95F4}" presName="dummyConnPt" presStyleCnt="0"/>
      <dgm:spPr/>
    </dgm:pt>
    <dgm:pt modelId="{280FAB7C-4470-4521-86CC-3FFDA401726F}" type="pres">
      <dgm:prSet presAssocID="{A2946CD4-4648-49AF-AD64-123C560A95F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F009A00-73F6-4FE6-8111-20B23842F337}" srcId="{5E74A3DE-5D91-4630-B0B9-AEA2C880C734}" destId="{2847C325-E916-4E0F-AAF3-DC8E3B9973B5}" srcOrd="8" destOrd="0" parTransId="{026CE59B-2A74-4754-A224-2941C236F6C8}" sibTransId="{D1983862-A62E-4C95-B1AA-9ED3B94517AD}"/>
    <dgm:cxn modelId="{F6C75407-29E4-4780-99B8-00D0BDCEF89F}" type="presOf" srcId="{C04B7B8D-7B9B-48EF-8981-592FE0B9566D}" destId="{2652D94E-617B-46C8-B1F4-764B0720A550}" srcOrd="0" destOrd="0" presId="urn:microsoft.com/office/officeart/2005/8/layout/bProcess4"/>
    <dgm:cxn modelId="{9C954C1A-DE5F-4D4A-B516-D559DB77F7D7}" type="presOf" srcId="{FEF7014F-D336-4C92-AC26-DEAA689C473D}" destId="{BF9F290A-A73D-496E-9001-510347B3CDBC}" srcOrd="0" destOrd="0" presId="urn:microsoft.com/office/officeart/2005/8/layout/bProcess4"/>
    <dgm:cxn modelId="{A591AE24-2CEE-4E6D-A629-81CBD8304D0C}" type="presOf" srcId="{A1AB3116-A8F5-4ED2-870A-B59A62CA8C57}" destId="{BD6D46BE-3634-4E91-AF5D-397448E6EA3D}" srcOrd="0" destOrd="0" presId="urn:microsoft.com/office/officeart/2005/8/layout/bProcess4"/>
    <dgm:cxn modelId="{B6191F28-5289-4445-A4D8-FA45830D89A6}" srcId="{5E74A3DE-5D91-4630-B0B9-AEA2C880C734}" destId="{8A410DE0-A84D-4780-9929-9687D4D35E14}" srcOrd="0" destOrd="0" parTransId="{6BB98D2B-8CC0-4DBE-8D87-5A33217A9E14}" sibTransId="{E9780906-BAFE-418C-AC3E-70E9815F964A}"/>
    <dgm:cxn modelId="{B9BBC731-0330-4B12-926D-9956BF1F53C8}" type="presOf" srcId="{15144A74-3352-49BE-8F1D-E49A974502D5}" destId="{0A9D7BE3-835A-4D38-BDA2-DD3176B48E84}" srcOrd="0" destOrd="0" presId="urn:microsoft.com/office/officeart/2005/8/layout/bProcess4"/>
    <dgm:cxn modelId="{A292F034-3DE9-4E4C-821B-680FD8685D63}" srcId="{5E74A3DE-5D91-4630-B0B9-AEA2C880C734}" destId="{99482AD3-F4D8-40D5-89BE-9E9BCF982885}" srcOrd="5" destOrd="0" parTransId="{CEC0E692-93C9-4B8E-A788-E80FB2423A7E}" sibTransId="{FEF7014F-D336-4C92-AC26-DEAA689C473D}"/>
    <dgm:cxn modelId="{69206035-FFA0-4723-B791-0CE6B544D96A}" type="presOf" srcId="{975FDBA3-C271-486B-A535-60453BA3C814}" destId="{84BAC5D4-FC74-4158-AC6E-7A15931743D8}" srcOrd="0" destOrd="0" presId="urn:microsoft.com/office/officeart/2005/8/layout/bProcess4"/>
    <dgm:cxn modelId="{7EF2CA37-BD72-484A-938E-66293832E77E}" type="presOf" srcId="{99482AD3-F4D8-40D5-89BE-9E9BCF982885}" destId="{DEA29A96-92EF-4627-8F1E-862EB12CFF3E}" srcOrd="0" destOrd="0" presId="urn:microsoft.com/office/officeart/2005/8/layout/bProcess4"/>
    <dgm:cxn modelId="{7A660C3A-EFEE-4DF6-A51E-158493F8A2AA}" type="presOf" srcId="{5E74A3DE-5D91-4630-B0B9-AEA2C880C734}" destId="{0B368282-BBDC-4D83-B116-6EDC5D59852F}" srcOrd="0" destOrd="0" presId="urn:microsoft.com/office/officeart/2005/8/layout/bProcess4"/>
    <dgm:cxn modelId="{6B56703E-B76D-49D1-B9A7-1A9178D1B296}" srcId="{5E74A3DE-5D91-4630-B0B9-AEA2C880C734}" destId="{7D5B27FC-897C-4EDC-BADE-F44B5AFE3983}" srcOrd="3" destOrd="0" parTransId="{AAF1F7AE-71B3-4E02-8934-501D6853DA73}" sibTransId="{37BBF3D3-9AA1-4D01-9AD1-23B3B39805A1}"/>
    <dgm:cxn modelId="{A5B5B13F-998A-4FFD-92C7-CC6673E1D074}" type="presOf" srcId="{90881EEF-62F2-48EC-9234-B24268308FB3}" destId="{10297F34-24B3-4511-9F30-39CE7B2325BE}" srcOrd="0" destOrd="0" presId="urn:microsoft.com/office/officeart/2005/8/layout/bProcess4"/>
    <dgm:cxn modelId="{518D236C-1ABF-4E82-A928-24F964E9708F}" srcId="{5E74A3DE-5D91-4630-B0B9-AEA2C880C734}" destId="{2C3EC1D4-56C1-422B-BCB7-1092ED4A8C19}" srcOrd="9" destOrd="0" parTransId="{5DE1F10B-F6DA-4679-9B1A-59C3E4D4D77D}" sibTransId="{A9671E0F-DA91-4452-B270-C1CE80BFDC89}"/>
    <dgm:cxn modelId="{18199255-AA14-4045-B2BF-01D6A8965BEF}" type="presOf" srcId="{B9A4BE42-FCBB-405B-85DA-F02FDD751004}" destId="{EFB71A2D-9BB8-4754-B8D5-8709A5F69776}" srcOrd="0" destOrd="0" presId="urn:microsoft.com/office/officeart/2005/8/layout/bProcess4"/>
    <dgm:cxn modelId="{8B5D977A-C32B-4579-82D6-4579CB75DE4F}" type="presOf" srcId="{A9671E0F-DA91-4452-B270-C1CE80BFDC89}" destId="{ACF88974-493D-4B0E-8238-A35C40AFAAF9}" srcOrd="0" destOrd="0" presId="urn:microsoft.com/office/officeart/2005/8/layout/bProcess4"/>
    <dgm:cxn modelId="{7DD6037D-A01E-4BFE-9E35-DE28346F6A7B}" type="presOf" srcId="{08265850-3C17-4F3D-9180-0279CD022302}" destId="{E6ED1DC6-3A15-4B3A-B750-1C92F42A857C}" srcOrd="0" destOrd="0" presId="urn:microsoft.com/office/officeart/2005/8/layout/bProcess4"/>
    <dgm:cxn modelId="{EA5E2886-A03D-457E-9390-012968628FDA}" type="presOf" srcId="{8CAE1921-326A-4D73-88F5-B231714E530F}" destId="{26DD012A-EBF9-4740-9DEE-94084C33905A}" srcOrd="0" destOrd="0" presId="urn:microsoft.com/office/officeart/2005/8/layout/bProcess4"/>
    <dgm:cxn modelId="{EF9B949A-BDF3-4E76-A82A-DB9F617D5E39}" type="presOf" srcId="{8A410DE0-A84D-4780-9929-9687D4D35E14}" destId="{182DAB28-F5BC-40F4-B594-AF1B800D8BDD}" srcOrd="0" destOrd="0" presId="urn:microsoft.com/office/officeart/2005/8/layout/bProcess4"/>
    <dgm:cxn modelId="{33867DA7-DA23-446C-8C70-83E05B9091EE}" srcId="{5E74A3DE-5D91-4630-B0B9-AEA2C880C734}" destId="{A1AB3116-A8F5-4ED2-870A-B59A62CA8C57}" srcOrd="10" destOrd="0" parTransId="{158C29BE-2FE2-49E7-BB0A-F2D30194F9F7}" sibTransId="{975FDBA3-C271-486B-A535-60453BA3C814}"/>
    <dgm:cxn modelId="{EB9D7BA8-D893-4ACB-94AF-2FDCEB02035D}" type="presOf" srcId="{6B18F306-1F5E-46E6-BDBD-45797A74DDCF}" destId="{A95C35A5-6565-4F73-8043-DB2BB05DDE74}" srcOrd="0" destOrd="0" presId="urn:microsoft.com/office/officeart/2005/8/layout/bProcess4"/>
    <dgm:cxn modelId="{637979AB-0178-42E0-92AF-19519FE5EE51}" srcId="{5E74A3DE-5D91-4630-B0B9-AEA2C880C734}" destId="{15144A74-3352-49BE-8F1D-E49A974502D5}" srcOrd="2" destOrd="0" parTransId="{EEB4483D-F333-4109-935A-2097195A1673}" sibTransId="{89CC25B7-8F4A-4601-88F7-DC3DCA88F5B4}"/>
    <dgm:cxn modelId="{D818B8AC-1AC8-463D-A9C8-1FDBFD14486F}" type="presOf" srcId="{D1983862-A62E-4C95-B1AA-9ED3B94517AD}" destId="{755200CF-54A0-44F4-852B-F8115906F95F}" srcOrd="0" destOrd="0" presId="urn:microsoft.com/office/officeart/2005/8/layout/bProcess4"/>
    <dgm:cxn modelId="{36ACB9B1-D2B9-434B-BCAF-4B1D9EDD5A2B}" type="presOf" srcId="{2847C325-E916-4E0F-AAF3-DC8E3B9973B5}" destId="{6F3106C7-AD04-4C16-8ED4-CB5CAFB5E575}" srcOrd="0" destOrd="0" presId="urn:microsoft.com/office/officeart/2005/8/layout/bProcess4"/>
    <dgm:cxn modelId="{F9A2D8B1-3ACC-427F-9C0A-A36F2F51BA80}" srcId="{5E74A3DE-5D91-4630-B0B9-AEA2C880C734}" destId="{08265850-3C17-4F3D-9180-0279CD022302}" srcOrd="6" destOrd="0" parTransId="{A1130969-2F43-425B-BF81-89AD77A37833}" sibTransId="{18653E05-DB72-4F17-B8C8-ED5560A64AE6}"/>
    <dgm:cxn modelId="{084DBCBA-E304-47F7-B26F-EE717A5B3968}" type="presOf" srcId="{89CC25B7-8F4A-4601-88F7-DC3DCA88F5B4}" destId="{0D2E48E3-A5A9-4502-8785-8E281174EFAE}" srcOrd="0" destOrd="0" presId="urn:microsoft.com/office/officeart/2005/8/layout/bProcess4"/>
    <dgm:cxn modelId="{B24358BC-1CBA-40EC-9850-7EFF4904D7B4}" type="presOf" srcId="{7D5B27FC-897C-4EDC-BADE-F44B5AFE3983}" destId="{D0139562-E026-4A60-97CA-63FAA81D076B}" srcOrd="0" destOrd="0" presId="urn:microsoft.com/office/officeart/2005/8/layout/bProcess4"/>
    <dgm:cxn modelId="{FA278BC6-634A-4E1A-B6C1-C5CD3BFEECAA}" type="presOf" srcId="{2C3EC1D4-56C1-422B-BCB7-1092ED4A8C19}" destId="{896225C7-F24F-473F-9581-081786127DE9}" srcOrd="0" destOrd="0" presId="urn:microsoft.com/office/officeart/2005/8/layout/bProcess4"/>
    <dgm:cxn modelId="{711FC4CE-13CC-4E24-9E91-32000148FC6F}" type="presOf" srcId="{1D968D80-193D-40CA-AD3C-A8B1F709EFF8}" destId="{F6783476-7880-486F-8A19-AD6443E17613}" srcOrd="0" destOrd="0" presId="urn:microsoft.com/office/officeart/2005/8/layout/bProcess4"/>
    <dgm:cxn modelId="{943AB0D3-0BF2-4FA1-B558-709A4F7ED470}" srcId="{5E74A3DE-5D91-4630-B0B9-AEA2C880C734}" destId="{90881EEF-62F2-48EC-9234-B24268308FB3}" srcOrd="1" destOrd="0" parTransId="{5EF76278-B406-49D6-9071-D0992F562C2F}" sibTransId="{1D968D80-193D-40CA-AD3C-A8B1F709EFF8}"/>
    <dgm:cxn modelId="{D0C96DD6-A251-425D-AED6-00A951F7386A}" type="presOf" srcId="{37BBF3D3-9AA1-4D01-9AD1-23B3B39805A1}" destId="{D273A848-8F4D-4694-B756-1CCB40FE6C6F}" srcOrd="0" destOrd="0" presId="urn:microsoft.com/office/officeart/2005/8/layout/bProcess4"/>
    <dgm:cxn modelId="{7DB1D9DC-28C3-410D-8817-515CC846506E}" srcId="{5E74A3DE-5D91-4630-B0B9-AEA2C880C734}" destId="{A2946CD4-4648-49AF-AD64-123C560A95F4}" srcOrd="11" destOrd="0" parTransId="{CD691DFF-43A8-441A-881C-A5D2C639571C}" sibTransId="{8D33A13B-7A4F-4DF6-9024-B3E7FBDE764E}"/>
    <dgm:cxn modelId="{E83598DF-1F35-4650-A2D8-64416AADF4BA}" type="presOf" srcId="{A2946CD4-4648-49AF-AD64-123C560A95F4}" destId="{280FAB7C-4470-4521-86CC-3FFDA401726F}" srcOrd="0" destOrd="0" presId="urn:microsoft.com/office/officeart/2005/8/layout/bProcess4"/>
    <dgm:cxn modelId="{D75628E4-F439-4C1F-A77E-55BC5E973D87}" srcId="{5E74A3DE-5D91-4630-B0B9-AEA2C880C734}" destId="{6B18F306-1F5E-46E6-BDBD-45797A74DDCF}" srcOrd="4" destOrd="0" parTransId="{F75418FF-3AF0-4473-98FE-A59E093C4FEC}" sibTransId="{C04B7B8D-7B9B-48EF-8981-592FE0B9566D}"/>
    <dgm:cxn modelId="{6E6962E4-F0EF-473A-B015-2A946EE20423}" type="presOf" srcId="{E9780906-BAFE-418C-AC3E-70E9815F964A}" destId="{B475E1B2-53E2-425E-8491-B8E1A9003B05}" srcOrd="0" destOrd="0" presId="urn:microsoft.com/office/officeart/2005/8/layout/bProcess4"/>
    <dgm:cxn modelId="{81A782EC-C42B-4ED3-B535-C2FCA0603728}" type="presOf" srcId="{18653E05-DB72-4F17-B8C8-ED5560A64AE6}" destId="{8E31938D-4183-44F3-8FC5-A1EA2E7DC1AB}" srcOrd="0" destOrd="0" presId="urn:microsoft.com/office/officeart/2005/8/layout/bProcess4"/>
    <dgm:cxn modelId="{E8A36CFB-3F5E-4AE2-80B6-16296FBD127D}" srcId="{5E74A3DE-5D91-4630-B0B9-AEA2C880C734}" destId="{B9A4BE42-FCBB-405B-85DA-F02FDD751004}" srcOrd="7" destOrd="0" parTransId="{339D62E2-3673-4E10-99B7-8CA7E8BDB371}" sibTransId="{8CAE1921-326A-4D73-88F5-B231714E530F}"/>
    <dgm:cxn modelId="{20F338AD-1C14-46FA-B420-8DF714929FAB}" type="presParOf" srcId="{0B368282-BBDC-4D83-B116-6EDC5D59852F}" destId="{B4E6E67D-DB16-457E-AD3D-FEDE76130205}" srcOrd="0" destOrd="0" presId="urn:microsoft.com/office/officeart/2005/8/layout/bProcess4"/>
    <dgm:cxn modelId="{A86AFDD1-DA4E-472D-B120-07AF9C5A1E28}" type="presParOf" srcId="{B4E6E67D-DB16-457E-AD3D-FEDE76130205}" destId="{0E3D47E2-D2D7-4A17-997D-2CD70B07FC6F}" srcOrd="0" destOrd="0" presId="urn:microsoft.com/office/officeart/2005/8/layout/bProcess4"/>
    <dgm:cxn modelId="{0B7365A7-3BEC-471B-AD56-BAA20EC01B3B}" type="presParOf" srcId="{B4E6E67D-DB16-457E-AD3D-FEDE76130205}" destId="{182DAB28-F5BC-40F4-B594-AF1B800D8BDD}" srcOrd="1" destOrd="0" presId="urn:microsoft.com/office/officeart/2005/8/layout/bProcess4"/>
    <dgm:cxn modelId="{C9BA39AA-80AE-4226-B19F-BFB907A14A43}" type="presParOf" srcId="{0B368282-BBDC-4D83-B116-6EDC5D59852F}" destId="{B475E1B2-53E2-425E-8491-B8E1A9003B05}" srcOrd="1" destOrd="0" presId="urn:microsoft.com/office/officeart/2005/8/layout/bProcess4"/>
    <dgm:cxn modelId="{A033A7DD-7386-4045-B2AB-854187477684}" type="presParOf" srcId="{0B368282-BBDC-4D83-B116-6EDC5D59852F}" destId="{BE24EBA6-9CF5-48A1-93F9-5684F6DBCC29}" srcOrd="2" destOrd="0" presId="urn:microsoft.com/office/officeart/2005/8/layout/bProcess4"/>
    <dgm:cxn modelId="{A0BB1B71-C269-4BBD-9974-B9EF0F972678}" type="presParOf" srcId="{BE24EBA6-9CF5-48A1-93F9-5684F6DBCC29}" destId="{0B7B34A0-9B5A-4AE6-846F-2437CCA309E9}" srcOrd="0" destOrd="0" presId="urn:microsoft.com/office/officeart/2005/8/layout/bProcess4"/>
    <dgm:cxn modelId="{F1E508AF-DAE3-472F-8186-367A33088586}" type="presParOf" srcId="{BE24EBA6-9CF5-48A1-93F9-5684F6DBCC29}" destId="{10297F34-24B3-4511-9F30-39CE7B2325BE}" srcOrd="1" destOrd="0" presId="urn:microsoft.com/office/officeart/2005/8/layout/bProcess4"/>
    <dgm:cxn modelId="{F0510E2F-A045-4041-8B74-C65C05D500A7}" type="presParOf" srcId="{0B368282-BBDC-4D83-B116-6EDC5D59852F}" destId="{F6783476-7880-486F-8A19-AD6443E17613}" srcOrd="3" destOrd="0" presId="urn:microsoft.com/office/officeart/2005/8/layout/bProcess4"/>
    <dgm:cxn modelId="{EBFEE0CC-324A-4326-A150-4A1FE9507353}" type="presParOf" srcId="{0B368282-BBDC-4D83-B116-6EDC5D59852F}" destId="{192E86E1-FBDF-496F-8996-C40C85AE8ACD}" srcOrd="4" destOrd="0" presId="urn:microsoft.com/office/officeart/2005/8/layout/bProcess4"/>
    <dgm:cxn modelId="{B8593FC1-AB2B-437A-8C6B-A41B8F75ABC9}" type="presParOf" srcId="{192E86E1-FBDF-496F-8996-C40C85AE8ACD}" destId="{53E7CE2D-84F3-4D00-8677-E42A0D483039}" srcOrd="0" destOrd="0" presId="urn:microsoft.com/office/officeart/2005/8/layout/bProcess4"/>
    <dgm:cxn modelId="{435D6871-BB26-4057-9693-DBF5BB0AA5F1}" type="presParOf" srcId="{192E86E1-FBDF-496F-8996-C40C85AE8ACD}" destId="{0A9D7BE3-835A-4D38-BDA2-DD3176B48E84}" srcOrd="1" destOrd="0" presId="urn:microsoft.com/office/officeart/2005/8/layout/bProcess4"/>
    <dgm:cxn modelId="{4F011DFE-4088-4C47-963A-43D21988CFBE}" type="presParOf" srcId="{0B368282-BBDC-4D83-B116-6EDC5D59852F}" destId="{0D2E48E3-A5A9-4502-8785-8E281174EFAE}" srcOrd="5" destOrd="0" presId="urn:microsoft.com/office/officeart/2005/8/layout/bProcess4"/>
    <dgm:cxn modelId="{13A54D06-39F9-4590-9430-E0E6997FF7C0}" type="presParOf" srcId="{0B368282-BBDC-4D83-B116-6EDC5D59852F}" destId="{C02CE34E-326A-4719-91D3-50A7EA8AD653}" srcOrd="6" destOrd="0" presId="urn:microsoft.com/office/officeart/2005/8/layout/bProcess4"/>
    <dgm:cxn modelId="{855D8088-A187-48FB-8D68-EDB6F006B29B}" type="presParOf" srcId="{C02CE34E-326A-4719-91D3-50A7EA8AD653}" destId="{FF54EDA2-45A1-458C-BDFA-2D382F84F787}" srcOrd="0" destOrd="0" presId="urn:microsoft.com/office/officeart/2005/8/layout/bProcess4"/>
    <dgm:cxn modelId="{C76E86EC-4839-40CD-8A1E-85E36A050C5C}" type="presParOf" srcId="{C02CE34E-326A-4719-91D3-50A7EA8AD653}" destId="{D0139562-E026-4A60-97CA-63FAA81D076B}" srcOrd="1" destOrd="0" presId="urn:microsoft.com/office/officeart/2005/8/layout/bProcess4"/>
    <dgm:cxn modelId="{3F4A22EE-F307-4C32-8C6C-776198DC37D4}" type="presParOf" srcId="{0B368282-BBDC-4D83-B116-6EDC5D59852F}" destId="{D273A848-8F4D-4694-B756-1CCB40FE6C6F}" srcOrd="7" destOrd="0" presId="urn:microsoft.com/office/officeart/2005/8/layout/bProcess4"/>
    <dgm:cxn modelId="{FCE94B45-3EE7-4153-9A14-EE5B0281F445}" type="presParOf" srcId="{0B368282-BBDC-4D83-B116-6EDC5D59852F}" destId="{CF47440B-16F1-4C1F-974A-AE34EA9D8648}" srcOrd="8" destOrd="0" presId="urn:microsoft.com/office/officeart/2005/8/layout/bProcess4"/>
    <dgm:cxn modelId="{2EB0D404-0670-4B06-BF6C-D12279AE55A1}" type="presParOf" srcId="{CF47440B-16F1-4C1F-974A-AE34EA9D8648}" destId="{A86E2FBF-7A28-4CBB-A840-9781531C13BD}" srcOrd="0" destOrd="0" presId="urn:microsoft.com/office/officeart/2005/8/layout/bProcess4"/>
    <dgm:cxn modelId="{1AA939BC-A8B0-495B-89D9-49800EB970B5}" type="presParOf" srcId="{CF47440B-16F1-4C1F-974A-AE34EA9D8648}" destId="{A95C35A5-6565-4F73-8043-DB2BB05DDE74}" srcOrd="1" destOrd="0" presId="urn:microsoft.com/office/officeart/2005/8/layout/bProcess4"/>
    <dgm:cxn modelId="{C29DB061-5C26-408F-B9FF-87F0DCBA0BD0}" type="presParOf" srcId="{0B368282-BBDC-4D83-B116-6EDC5D59852F}" destId="{2652D94E-617B-46C8-B1F4-764B0720A550}" srcOrd="9" destOrd="0" presId="urn:microsoft.com/office/officeart/2005/8/layout/bProcess4"/>
    <dgm:cxn modelId="{FC0FFE72-495A-4341-8851-D70F785DB554}" type="presParOf" srcId="{0B368282-BBDC-4D83-B116-6EDC5D59852F}" destId="{B47ADD0B-C4AD-4093-A022-516E07186255}" srcOrd="10" destOrd="0" presId="urn:microsoft.com/office/officeart/2005/8/layout/bProcess4"/>
    <dgm:cxn modelId="{F11D0189-2058-471C-8244-EA94410EAC03}" type="presParOf" srcId="{B47ADD0B-C4AD-4093-A022-516E07186255}" destId="{4579C124-E9A6-4084-A0AD-2666E45DBD41}" srcOrd="0" destOrd="0" presId="urn:microsoft.com/office/officeart/2005/8/layout/bProcess4"/>
    <dgm:cxn modelId="{1B093626-DD79-406E-B070-7EFE6DB8C417}" type="presParOf" srcId="{B47ADD0B-C4AD-4093-A022-516E07186255}" destId="{DEA29A96-92EF-4627-8F1E-862EB12CFF3E}" srcOrd="1" destOrd="0" presId="urn:microsoft.com/office/officeart/2005/8/layout/bProcess4"/>
    <dgm:cxn modelId="{206157A1-7B2D-4217-9B6A-3AAF87135340}" type="presParOf" srcId="{0B368282-BBDC-4D83-B116-6EDC5D59852F}" destId="{BF9F290A-A73D-496E-9001-510347B3CDBC}" srcOrd="11" destOrd="0" presId="urn:microsoft.com/office/officeart/2005/8/layout/bProcess4"/>
    <dgm:cxn modelId="{7F2F9F86-42B5-456A-A94F-A9C331E35E41}" type="presParOf" srcId="{0B368282-BBDC-4D83-B116-6EDC5D59852F}" destId="{1F8D2914-CABB-4617-9F22-91D778123576}" srcOrd="12" destOrd="0" presId="urn:microsoft.com/office/officeart/2005/8/layout/bProcess4"/>
    <dgm:cxn modelId="{55E5A5B2-B47B-41B0-83D6-2D6000D5F97A}" type="presParOf" srcId="{1F8D2914-CABB-4617-9F22-91D778123576}" destId="{8A14036E-6BCD-42E9-8469-302872A464F5}" srcOrd="0" destOrd="0" presId="urn:microsoft.com/office/officeart/2005/8/layout/bProcess4"/>
    <dgm:cxn modelId="{B53083D2-F5DA-49CD-B92A-E3DF051104C7}" type="presParOf" srcId="{1F8D2914-CABB-4617-9F22-91D778123576}" destId="{E6ED1DC6-3A15-4B3A-B750-1C92F42A857C}" srcOrd="1" destOrd="0" presId="urn:microsoft.com/office/officeart/2005/8/layout/bProcess4"/>
    <dgm:cxn modelId="{B0E4D77D-59BD-4AFD-B29F-6E3E61E402D6}" type="presParOf" srcId="{0B368282-BBDC-4D83-B116-6EDC5D59852F}" destId="{8E31938D-4183-44F3-8FC5-A1EA2E7DC1AB}" srcOrd="13" destOrd="0" presId="urn:microsoft.com/office/officeart/2005/8/layout/bProcess4"/>
    <dgm:cxn modelId="{C96CCE9C-7C60-431E-BB0A-B14B6BE5EFE3}" type="presParOf" srcId="{0B368282-BBDC-4D83-B116-6EDC5D59852F}" destId="{1461F275-9E01-45BA-A388-B04757718FB0}" srcOrd="14" destOrd="0" presId="urn:microsoft.com/office/officeart/2005/8/layout/bProcess4"/>
    <dgm:cxn modelId="{A2B168B6-58B2-45AB-AE6E-55FAB362E38F}" type="presParOf" srcId="{1461F275-9E01-45BA-A388-B04757718FB0}" destId="{97BEBEEE-52AB-4614-97F8-7FF5CE79D525}" srcOrd="0" destOrd="0" presId="urn:microsoft.com/office/officeart/2005/8/layout/bProcess4"/>
    <dgm:cxn modelId="{69F74A2C-2EA3-4702-8257-53154169780F}" type="presParOf" srcId="{1461F275-9E01-45BA-A388-B04757718FB0}" destId="{EFB71A2D-9BB8-4754-B8D5-8709A5F69776}" srcOrd="1" destOrd="0" presId="urn:microsoft.com/office/officeart/2005/8/layout/bProcess4"/>
    <dgm:cxn modelId="{CF98EF40-9508-45B3-9413-BE6A40759B63}" type="presParOf" srcId="{0B368282-BBDC-4D83-B116-6EDC5D59852F}" destId="{26DD012A-EBF9-4740-9DEE-94084C33905A}" srcOrd="15" destOrd="0" presId="urn:microsoft.com/office/officeart/2005/8/layout/bProcess4"/>
    <dgm:cxn modelId="{A1984639-7D6F-44D9-8537-9EE48B5B1D0F}" type="presParOf" srcId="{0B368282-BBDC-4D83-B116-6EDC5D59852F}" destId="{FA2696A3-0C81-442A-81C2-ED1ADBF618E4}" srcOrd="16" destOrd="0" presId="urn:microsoft.com/office/officeart/2005/8/layout/bProcess4"/>
    <dgm:cxn modelId="{DBC77E76-6609-4C1A-8EEE-6C0544685CDE}" type="presParOf" srcId="{FA2696A3-0C81-442A-81C2-ED1ADBF618E4}" destId="{0187265B-1E81-4653-8193-0EEF3B6B170C}" srcOrd="0" destOrd="0" presId="urn:microsoft.com/office/officeart/2005/8/layout/bProcess4"/>
    <dgm:cxn modelId="{65DA627C-C282-4936-96AA-83E43E3DDD49}" type="presParOf" srcId="{FA2696A3-0C81-442A-81C2-ED1ADBF618E4}" destId="{6F3106C7-AD04-4C16-8ED4-CB5CAFB5E575}" srcOrd="1" destOrd="0" presId="urn:microsoft.com/office/officeart/2005/8/layout/bProcess4"/>
    <dgm:cxn modelId="{BBCAD095-F4C9-4EA9-8410-E5EAB6ECC01E}" type="presParOf" srcId="{0B368282-BBDC-4D83-B116-6EDC5D59852F}" destId="{755200CF-54A0-44F4-852B-F8115906F95F}" srcOrd="17" destOrd="0" presId="urn:microsoft.com/office/officeart/2005/8/layout/bProcess4"/>
    <dgm:cxn modelId="{D70FE223-4106-4480-BEE0-B69961ABC623}" type="presParOf" srcId="{0B368282-BBDC-4D83-B116-6EDC5D59852F}" destId="{1A085CA8-7B81-4B95-B484-78BA7B1F4E7E}" srcOrd="18" destOrd="0" presId="urn:microsoft.com/office/officeart/2005/8/layout/bProcess4"/>
    <dgm:cxn modelId="{B0F95A81-5658-43EE-929A-677D49A328C5}" type="presParOf" srcId="{1A085CA8-7B81-4B95-B484-78BA7B1F4E7E}" destId="{AEF473D3-BFD7-4BBB-AE18-D35FD3EF7F5E}" srcOrd="0" destOrd="0" presId="urn:microsoft.com/office/officeart/2005/8/layout/bProcess4"/>
    <dgm:cxn modelId="{DA142D3C-58A0-4DC5-B2E8-926B8E2FE97B}" type="presParOf" srcId="{1A085CA8-7B81-4B95-B484-78BA7B1F4E7E}" destId="{896225C7-F24F-473F-9581-081786127DE9}" srcOrd="1" destOrd="0" presId="urn:microsoft.com/office/officeart/2005/8/layout/bProcess4"/>
    <dgm:cxn modelId="{4AB0FE9E-62F5-4D56-9184-9E19D6611DE7}" type="presParOf" srcId="{0B368282-BBDC-4D83-B116-6EDC5D59852F}" destId="{ACF88974-493D-4B0E-8238-A35C40AFAAF9}" srcOrd="19" destOrd="0" presId="urn:microsoft.com/office/officeart/2005/8/layout/bProcess4"/>
    <dgm:cxn modelId="{1C895B76-BF41-45ED-BFEC-FD14B57ACE71}" type="presParOf" srcId="{0B368282-BBDC-4D83-B116-6EDC5D59852F}" destId="{585B7C20-3042-4915-BA65-A67115590DC2}" srcOrd="20" destOrd="0" presId="urn:microsoft.com/office/officeart/2005/8/layout/bProcess4"/>
    <dgm:cxn modelId="{57C9491A-20D6-4FCE-8EBD-CD8A841ABDD6}" type="presParOf" srcId="{585B7C20-3042-4915-BA65-A67115590DC2}" destId="{A60C4DF2-03AF-4CF2-A8BB-A80CA4DBD149}" srcOrd="0" destOrd="0" presId="urn:microsoft.com/office/officeart/2005/8/layout/bProcess4"/>
    <dgm:cxn modelId="{2BF7EFEA-1902-413E-938A-E62028255FBE}" type="presParOf" srcId="{585B7C20-3042-4915-BA65-A67115590DC2}" destId="{BD6D46BE-3634-4E91-AF5D-397448E6EA3D}" srcOrd="1" destOrd="0" presId="urn:microsoft.com/office/officeart/2005/8/layout/bProcess4"/>
    <dgm:cxn modelId="{EF6C8347-1DB1-4A4C-8A81-F5E6B04EB884}" type="presParOf" srcId="{0B368282-BBDC-4D83-B116-6EDC5D59852F}" destId="{84BAC5D4-FC74-4158-AC6E-7A15931743D8}" srcOrd="21" destOrd="0" presId="urn:microsoft.com/office/officeart/2005/8/layout/bProcess4"/>
    <dgm:cxn modelId="{0AECA2B3-42B6-4A99-B28B-521B2E657E22}" type="presParOf" srcId="{0B368282-BBDC-4D83-B116-6EDC5D59852F}" destId="{E270E83F-642B-46A5-894D-2B748FC1774F}" srcOrd="22" destOrd="0" presId="urn:microsoft.com/office/officeart/2005/8/layout/bProcess4"/>
    <dgm:cxn modelId="{45E21FBC-7CE8-4A72-A46D-88600A8C68FE}" type="presParOf" srcId="{E270E83F-642B-46A5-894D-2B748FC1774F}" destId="{2E3FA40A-087C-4C53-85D7-17E176DD46E7}" srcOrd="0" destOrd="0" presId="urn:microsoft.com/office/officeart/2005/8/layout/bProcess4"/>
    <dgm:cxn modelId="{F5983047-ABB9-4AFB-A7A8-4CF846713948}" type="presParOf" srcId="{E270E83F-642B-46A5-894D-2B748FC1774F}" destId="{280FAB7C-4470-4521-86CC-3FFDA401726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74A3DE-5D91-4630-B0B9-AEA2C880C73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A410DE0-A84D-4780-9929-9687D4D35E14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B98D2B-8CC0-4DBE-8D87-5A33217A9E14}" type="parTrans" cxnId="{B6191F28-5289-4445-A4D8-FA45830D89A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E9780906-BAFE-418C-AC3E-70E9815F964A}" type="sibTrans" cxnId="{B6191F28-5289-4445-A4D8-FA45830D89A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0881EEF-62F2-48EC-9234-B24268308FB3}">
      <dgm:prSet phldrT="[텍스트]" custT="1"/>
      <dgm:spPr>
        <a:solidFill>
          <a:srgbClr val="FF0000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EF76278-B406-49D6-9071-D0992F562C2F}" type="parTrans" cxnId="{943AB0D3-0BF2-4FA1-B558-709A4F7ED47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D968D80-193D-40CA-AD3C-A8B1F709EFF8}" type="sibTrans" cxnId="{943AB0D3-0BF2-4FA1-B558-709A4F7ED47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5144A74-3352-49BE-8F1D-E49A974502D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gm:t>
    </dgm:pt>
    <dgm:pt modelId="{EEB4483D-F333-4109-935A-2097195A1673}" type="parTrans" cxnId="{637979AB-0178-42E0-92AF-19519FE5EE51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9CC25B7-8F4A-4601-88F7-DC3DCA88F5B4}" type="sibTrans" cxnId="{637979AB-0178-42E0-92AF-19519FE5EE51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7D5B27FC-897C-4EDC-BADE-F44B5AFE3983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AF1F7AE-71B3-4E02-8934-501D6853DA73}" type="parTrans" cxnId="{6B56703E-B76D-49D1-B9A7-1A9178D1B29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7BBF3D3-9AA1-4D01-9AD1-23B3B39805A1}" type="sibTrans" cxnId="{6B56703E-B76D-49D1-B9A7-1A9178D1B29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18F306-1F5E-46E6-BDBD-45797A74DDCF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75418FF-3AF0-4473-98FE-A59E093C4FEC}" type="parTrans" cxnId="{D75628E4-F439-4C1F-A77E-55BC5E973D87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04B7B8D-7B9B-48EF-8981-592FE0B9566D}" type="sibTrans" cxnId="{D75628E4-F439-4C1F-A77E-55BC5E973D87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9482AD3-F4D8-40D5-89BE-9E9BCF98288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EC0E692-93C9-4B8E-A788-E80FB2423A7E}" type="parTrans" cxnId="{A292F034-3DE9-4E4C-821B-680FD8685D63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EF7014F-D336-4C92-AC26-DEAA689C473D}" type="sibTrans" cxnId="{A292F034-3DE9-4E4C-821B-680FD8685D63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8265850-3C17-4F3D-9180-0279CD022302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1130969-2F43-425B-BF81-89AD77A37833}" type="parTrans" cxnId="{F9A2D8B1-3ACC-427F-9C0A-A36F2F51BA8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8653E05-DB72-4F17-B8C8-ED5560A64AE6}" type="sibTrans" cxnId="{F9A2D8B1-3ACC-427F-9C0A-A36F2F51BA8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B9A4BE42-FCBB-405B-85DA-F02FDD75100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39D62E2-3673-4E10-99B7-8CA7E8BDB371}" type="parTrans" cxnId="{E8A36CFB-3F5E-4AE2-80B6-16296FBD127D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CAE1921-326A-4D73-88F5-B231714E530F}" type="sibTrans" cxnId="{E8A36CFB-3F5E-4AE2-80B6-16296FBD127D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2847C325-E916-4E0F-AAF3-DC8E3B9973B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26CE59B-2A74-4754-A224-2941C236F6C8}" type="parTrans" cxnId="{1F009A00-73F6-4FE6-8111-20B23842F337}">
      <dgm:prSet/>
      <dgm:spPr/>
      <dgm:t>
        <a:bodyPr/>
        <a:lstStyle/>
        <a:p>
          <a:pPr latinLnBrk="1"/>
          <a:endParaRPr lang="ko-KR" altLang="en-US"/>
        </a:p>
      </dgm:t>
    </dgm:pt>
    <dgm:pt modelId="{D1983862-A62E-4C95-B1AA-9ED3B94517AD}" type="sibTrans" cxnId="{1F009A00-73F6-4FE6-8111-20B23842F337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2C3EC1D4-56C1-422B-BCB7-1092ED4A8C19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DE1F10B-F6DA-4679-9B1A-59C3E4D4D77D}" type="parTrans" cxnId="{518D236C-1ABF-4E82-A928-24F964E9708F}">
      <dgm:prSet/>
      <dgm:spPr/>
      <dgm:t>
        <a:bodyPr/>
        <a:lstStyle/>
        <a:p>
          <a:pPr latinLnBrk="1"/>
          <a:endParaRPr lang="ko-KR" altLang="en-US"/>
        </a:p>
      </dgm:t>
    </dgm:pt>
    <dgm:pt modelId="{A9671E0F-DA91-4452-B270-C1CE80BFDC89}" type="sibTrans" cxnId="{518D236C-1ABF-4E82-A928-24F964E9708F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1AB3116-A8F5-4ED2-870A-B59A62CA8C57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gm:t>
    </dgm:pt>
    <dgm:pt modelId="{158C29BE-2FE2-49E7-BB0A-F2D30194F9F7}" type="parTrans" cxnId="{33867DA7-DA23-446C-8C70-83E05B9091EE}">
      <dgm:prSet/>
      <dgm:spPr/>
      <dgm:t>
        <a:bodyPr/>
        <a:lstStyle/>
        <a:p>
          <a:pPr latinLnBrk="1"/>
          <a:endParaRPr lang="ko-KR" altLang="en-US"/>
        </a:p>
      </dgm:t>
    </dgm:pt>
    <dgm:pt modelId="{975FDBA3-C271-486B-A535-60453BA3C814}" type="sibTrans" cxnId="{33867DA7-DA23-446C-8C70-83E05B9091EE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2946CD4-4648-49AF-AD64-123C560A95F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D691DFF-43A8-441A-881C-A5D2C639571C}" type="par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8D33A13B-7A4F-4DF6-9024-B3E7FBDE764E}" type="sib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0B368282-BBDC-4D83-B116-6EDC5D59852F}" type="pres">
      <dgm:prSet presAssocID="{5E74A3DE-5D91-4630-B0B9-AEA2C880C734}" presName="Name0" presStyleCnt="0">
        <dgm:presLayoutVars>
          <dgm:dir/>
          <dgm:resizeHandles/>
        </dgm:presLayoutVars>
      </dgm:prSet>
      <dgm:spPr/>
    </dgm:pt>
    <dgm:pt modelId="{B4E6E67D-DB16-457E-AD3D-FEDE76130205}" type="pres">
      <dgm:prSet presAssocID="{8A410DE0-A84D-4780-9929-9687D4D35E14}" presName="compNode" presStyleCnt="0"/>
      <dgm:spPr/>
    </dgm:pt>
    <dgm:pt modelId="{0E3D47E2-D2D7-4A17-997D-2CD70B07FC6F}" type="pres">
      <dgm:prSet presAssocID="{8A410DE0-A84D-4780-9929-9687D4D35E14}" presName="dummyConnPt" presStyleCnt="0"/>
      <dgm:spPr/>
    </dgm:pt>
    <dgm:pt modelId="{182DAB28-F5BC-40F4-B594-AF1B800D8BDD}" type="pres">
      <dgm:prSet presAssocID="{8A410DE0-A84D-4780-9929-9687D4D35E14}" presName="node" presStyleLbl="node1" presStyleIdx="0" presStyleCnt="12">
        <dgm:presLayoutVars>
          <dgm:bulletEnabled val="1"/>
        </dgm:presLayoutVars>
      </dgm:prSet>
      <dgm:spPr/>
    </dgm:pt>
    <dgm:pt modelId="{B475E1B2-53E2-425E-8491-B8E1A9003B05}" type="pres">
      <dgm:prSet presAssocID="{E9780906-BAFE-418C-AC3E-70E9815F964A}" presName="sibTrans" presStyleLbl="bgSibTrans2D1" presStyleIdx="0" presStyleCnt="11"/>
      <dgm:spPr/>
    </dgm:pt>
    <dgm:pt modelId="{BE24EBA6-9CF5-48A1-93F9-5684F6DBCC29}" type="pres">
      <dgm:prSet presAssocID="{90881EEF-62F2-48EC-9234-B24268308FB3}" presName="compNode" presStyleCnt="0"/>
      <dgm:spPr/>
    </dgm:pt>
    <dgm:pt modelId="{0B7B34A0-9B5A-4AE6-846F-2437CCA309E9}" type="pres">
      <dgm:prSet presAssocID="{90881EEF-62F2-48EC-9234-B24268308FB3}" presName="dummyConnPt" presStyleCnt="0"/>
      <dgm:spPr/>
    </dgm:pt>
    <dgm:pt modelId="{10297F34-24B3-4511-9F30-39CE7B2325BE}" type="pres">
      <dgm:prSet presAssocID="{90881EEF-62F2-48EC-9234-B24268308FB3}" presName="node" presStyleLbl="node1" presStyleIdx="1" presStyleCnt="12">
        <dgm:presLayoutVars>
          <dgm:bulletEnabled val="1"/>
        </dgm:presLayoutVars>
      </dgm:prSet>
      <dgm:spPr/>
    </dgm:pt>
    <dgm:pt modelId="{F6783476-7880-486F-8A19-AD6443E17613}" type="pres">
      <dgm:prSet presAssocID="{1D968D80-193D-40CA-AD3C-A8B1F709EFF8}" presName="sibTrans" presStyleLbl="bgSibTrans2D1" presStyleIdx="1" presStyleCnt="11"/>
      <dgm:spPr/>
    </dgm:pt>
    <dgm:pt modelId="{192E86E1-FBDF-496F-8996-C40C85AE8ACD}" type="pres">
      <dgm:prSet presAssocID="{15144A74-3352-49BE-8F1D-E49A974502D5}" presName="compNode" presStyleCnt="0"/>
      <dgm:spPr/>
    </dgm:pt>
    <dgm:pt modelId="{53E7CE2D-84F3-4D00-8677-E42A0D483039}" type="pres">
      <dgm:prSet presAssocID="{15144A74-3352-49BE-8F1D-E49A974502D5}" presName="dummyConnPt" presStyleCnt="0"/>
      <dgm:spPr/>
    </dgm:pt>
    <dgm:pt modelId="{0A9D7BE3-835A-4D38-BDA2-DD3176B48E84}" type="pres">
      <dgm:prSet presAssocID="{15144A74-3352-49BE-8F1D-E49A974502D5}" presName="node" presStyleLbl="node1" presStyleIdx="2" presStyleCnt="12">
        <dgm:presLayoutVars>
          <dgm:bulletEnabled val="1"/>
        </dgm:presLayoutVars>
      </dgm:prSet>
      <dgm:spPr/>
    </dgm:pt>
    <dgm:pt modelId="{0D2E48E3-A5A9-4502-8785-8E281174EFAE}" type="pres">
      <dgm:prSet presAssocID="{89CC25B7-8F4A-4601-88F7-DC3DCA88F5B4}" presName="sibTrans" presStyleLbl="bgSibTrans2D1" presStyleIdx="2" presStyleCnt="11"/>
      <dgm:spPr/>
    </dgm:pt>
    <dgm:pt modelId="{C02CE34E-326A-4719-91D3-50A7EA8AD653}" type="pres">
      <dgm:prSet presAssocID="{7D5B27FC-897C-4EDC-BADE-F44B5AFE3983}" presName="compNode" presStyleCnt="0"/>
      <dgm:spPr/>
    </dgm:pt>
    <dgm:pt modelId="{FF54EDA2-45A1-458C-BDFA-2D382F84F787}" type="pres">
      <dgm:prSet presAssocID="{7D5B27FC-897C-4EDC-BADE-F44B5AFE3983}" presName="dummyConnPt" presStyleCnt="0"/>
      <dgm:spPr/>
    </dgm:pt>
    <dgm:pt modelId="{D0139562-E026-4A60-97CA-63FAA81D076B}" type="pres">
      <dgm:prSet presAssocID="{7D5B27FC-897C-4EDC-BADE-F44B5AFE3983}" presName="node" presStyleLbl="node1" presStyleIdx="3" presStyleCnt="12">
        <dgm:presLayoutVars>
          <dgm:bulletEnabled val="1"/>
        </dgm:presLayoutVars>
      </dgm:prSet>
      <dgm:spPr/>
    </dgm:pt>
    <dgm:pt modelId="{D273A848-8F4D-4694-B756-1CCB40FE6C6F}" type="pres">
      <dgm:prSet presAssocID="{37BBF3D3-9AA1-4D01-9AD1-23B3B39805A1}" presName="sibTrans" presStyleLbl="bgSibTrans2D1" presStyleIdx="3" presStyleCnt="11"/>
      <dgm:spPr/>
    </dgm:pt>
    <dgm:pt modelId="{CF47440B-16F1-4C1F-974A-AE34EA9D8648}" type="pres">
      <dgm:prSet presAssocID="{6B18F306-1F5E-46E6-BDBD-45797A74DDCF}" presName="compNode" presStyleCnt="0"/>
      <dgm:spPr/>
    </dgm:pt>
    <dgm:pt modelId="{A86E2FBF-7A28-4CBB-A840-9781531C13BD}" type="pres">
      <dgm:prSet presAssocID="{6B18F306-1F5E-46E6-BDBD-45797A74DDCF}" presName="dummyConnPt" presStyleCnt="0"/>
      <dgm:spPr/>
    </dgm:pt>
    <dgm:pt modelId="{A95C35A5-6565-4F73-8043-DB2BB05DDE74}" type="pres">
      <dgm:prSet presAssocID="{6B18F306-1F5E-46E6-BDBD-45797A74DDCF}" presName="node" presStyleLbl="node1" presStyleIdx="4" presStyleCnt="12">
        <dgm:presLayoutVars>
          <dgm:bulletEnabled val="1"/>
        </dgm:presLayoutVars>
      </dgm:prSet>
      <dgm:spPr/>
    </dgm:pt>
    <dgm:pt modelId="{2652D94E-617B-46C8-B1F4-764B0720A550}" type="pres">
      <dgm:prSet presAssocID="{C04B7B8D-7B9B-48EF-8981-592FE0B9566D}" presName="sibTrans" presStyleLbl="bgSibTrans2D1" presStyleIdx="4" presStyleCnt="11"/>
      <dgm:spPr/>
    </dgm:pt>
    <dgm:pt modelId="{B47ADD0B-C4AD-4093-A022-516E07186255}" type="pres">
      <dgm:prSet presAssocID="{99482AD3-F4D8-40D5-89BE-9E9BCF982885}" presName="compNode" presStyleCnt="0"/>
      <dgm:spPr/>
    </dgm:pt>
    <dgm:pt modelId="{4579C124-E9A6-4084-A0AD-2666E45DBD41}" type="pres">
      <dgm:prSet presAssocID="{99482AD3-F4D8-40D5-89BE-9E9BCF982885}" presName="dummyConnPt" presStyleCnt="0"/>
      <dgm:spPr/>
    </dgm:pt>
    <dgm:pt modelId="{DEA29A96-92EF-4627-8F1E-862EB12CFF3E}" type="pres">
      <dgm:prSet presAssocID="{99482AD3-F4D8-40D5-89BE-9E9BCF982885}" presName="node" presStyleLbl="node1" presStyleIdx="5" presStyleCnt="12">
        <dgm:presLayoutVars>
          <dgm:bulletEnabled val="1"/>
        </dgm:presLayoutVars>
      </dgm:prSet>
      <dgm:spPr/>
    </dgm:pt>
    <dgm:pt modelId="{BF9F290A-A73D-496E-9001-510347B3CDBC}" type="pres">
      <dgm:prSet presAssocID="{FEF7014F-D336-4C92-AC26-DEAA689C473D}" presName="sibTrans" presStyleLbl="bgSibTrans2D1" presStyleIdx="5" presStyleCnt="11"/>
      <dgm:spPr/>
    </dgm:pt>
    <dgm:pt modelId="{1F8D2914-CABB-4617-9F22-91D778123576}" type="pres">
      <dgm:prSet presAssocID="{08265850-3C17-4F3D-9180-0279CD022302}" presName="compNode" presStyleCnt="0"/>
      <dgm:spPr/>
    </dgm:pt>
    <dgm:pt modelId="{8A14036E-6BCD-42E9-8469-302872A464F5}" type="pres">
      <dgm:prSet presAssocID="{08265850-3C17-4F3D-9180-0279CD022302}" presName="dummyConnPt" presStyleCnt="0"/>
      <dgm:spPr/>
    </dgm:pt>
    <dgm:pt modelId="{E6ED1DC6-3A15-4B3A-B750-1C92F42A857C}" type="pres">
      <dgm:prSet presAssocID="{08265850-3C17-4F3D-9180-0279CD022302}" presName="node" presStyleLbl="node1" presStyleIdx="6" presStyleCnt="12">
        <dgm:presLayoutVars>
          <dgm:bulletEnabled val="1"/>
        </dgm:presLayoutVars>
      </dgm:prSet>
      <dgm:spPr/>
    </dgm:pt>
    <dgm:pt modelId="{8E31938D-4183-44F3-8FC5-A1EA2E7DC1AB}" type="pres">
      <dgm:prSet presAssocID="{18653E05-DB72-4F17-B8C8-ED5560A64AE6}" presName="sibTrans" presStyleLbl="bgSibTrans2D1" presStyleIdx="6" presStyleCnt="11"/>
      <dgm:spPr/>
    </dgm:pt>
    <dgm:pt modelId="{1461F275-9E01-45BA-A388-B04757718FB0}" type="pres">
      <dgm:prSet presAssocID="{B9A4BE42-FCBB-405B-85DA-F02FDD751004}" presName="compNode" presStyleCnt="0"/>
      <dgm:spPr/>
    </dgm:pt>
    <dgm:pt modelId="{97BEBEEE-52AB-4614-97F8-7FF5CE79D525}" type="pres">
      <dgm:prSet presAssocID="{B9A4BE42-FCBB-405B-85DA-F02FDD751004}" presName="dummyConnPt" presStyleCnt="0"/>
      <dgm:spPr/>
    </dgm:pt>
    <dgm:pt modelId="{EFB71A2D-9BB8-4754-B8D5-8709A5F69776}" type="pres">
      <dgm:prSet presAssocID="{B9A4BE42-FCBB-405B-85DA-F02FDD751004}" presName="node" presStyleLbl="node1" presStyleIdx="7" presStyleCnt="12">
        <dgm:presLayoutVars>
          <dgm:bulletEnabled val="1"/>
        </dgm:presLayoutVars>
      </dgm:prSet>
      <dgm:spPr/>
    </dgm:pt>
    <dgm:pt modelId="{26DD012A-EBF9-4740-9DEE-94084C33905A}" type="pres">
      <dgm:prSet presAssocID="{8CAE1921-326A-4D73-88F5-B231714E530F}" presName="sibTrans" presStyleLbl="bgSibTrans2D1" presStyleIdx="7" presStyleCnt="11"/>
      <dgm:spPr/>
    </dgm:pt>
    <dgm:pt modelId="{FA2696A3-0C81-442A-81C2-ED1ADBF618E4}" type="pres">
      <dgm:prSet presAssocID="{2847C325-E916-4E0F-AAF3-DC8E3B9973B5}" presName="compNode" presStyleCnt="0"/>
      <dgm:spPr/>
    </dgm:pt>
    <dgm:pt modelId="{0187265B-1E81-4653-8193-0EEF3B6B170C}" type="pres">
      <dgm:prSet presAssocID="{2847C325-E916-4E0F-AAF3-DC8E3B9973B5}" presName="dummyConnPt" presStyleCnt="0"/>
      <dgm:spPr/>
    </dgm:pt>
    <dgm:pt modelId="{6F3106C7-AD04-4C16-8ED4-CB5CAFB5E575}" type="pres">
      <dgm:prSet presAssocID="{2847C325-E916-4E0F-AAF3-DC8E3B9973B5}" presName="node" presStyleLbl="node1" presStyleIdx="8" presStyleCnt="12">
        <dgm:presLayoutVars>
          <dgm:bulletEnabled val="1"/>
        </dgm:presLayoutVars>
      </dgm:prSet>
      <dgm:spPr/>
    </dgm:pt>
    <dgm:pt modelId="{755200CF-54A0-44F4-852B-F8115906F95F}" type="pres">
      <dgm:prSet presAssocID="{D1983862-A62E-4C95-B1AA-9ED3B94517AD}" presName="sibTrans" presStyleLbl="bgSibTrans2D1" presStyleIdx="8" presStyleCnt="11"/>
      <dgm:spPr/>
    </dgm:pt>
    <dgm:pt modelId="{1A085CA8-7B81-4B95-B484-78BA7B1F4E7E}" type="pres">
      <dgm:prSet presAssocID="{2C3EC1D4-56C1-422B-BCB7-1092ED4A8C19}" presName="compNode" presStyleCnt="0"/>
      <dgm:spPr/>
    </dgm:pt>
    <dgm:pt modelId="{AEF473D3-BFD7-4BBB-AE18-D35FD3EF7F5E}" type="pres">
      <dgm:prSet presAssocID="{2C3EC1D4-56C1-422B-BCB7-1092ED4A8C19}" presName="dummyConnPt" presStyleCnt="0"/>
      <dgm:spPr/>
    </dgm:pt>
    <dgm:pt modelId="{896225C7-F24F-473F-9581-081786127DE9}" type="pres">
      <dgm:prSet presAssocID="{2C3EC1D4-56C1-422B-BCB7-1092ED4A8C19}" presName="node" presStyleLbl="node1" presStyleIdx="9" presStyleCnt="12">
        <dgm:presLayoutVars>
          <dgm:bulletEnabled val="1"/>
        </dgm:presLayoutVars>
      </dgm:prSet>
      <dgm:spPr/>
    </dgm:pt>
    <dgm:pt modelId="{ACF88974-493D-4B0E-8238-A35C40AFAAF9}" type="pres">
      <dgm:prSet presAssocID="{A9671E0F-DA91-4452-B270-C1CE80BFDC89}" presName="sibTrans" presStyleLbl="bgSibTrans2D1" presStyleIdx="9" presStyleCnt="11"/>
      <dgm:spPr/>
    </dgm:pt>
    <dgm:pt modelId="{585B7C20-3042-4915-BA65-A67115590DC2}" type="pres">
      <dgm:prSet presAssocID="{A1AB3116-A8F5-4ED2-870A-B59A62CA8C57}" presName="compNode" presStyleCnt="0"/>
      <dgm:spPr/>
    </dgm:pt>
    <dgm:pt modelId="{A60C4DF2-03AF-4CF2-A8BB-A80CA4DBD149}" type="pres">
      <dgm:prSet presAssocID="{A1AB3116-A8F5-4ED2-870A-B59A62CA8C57}" presName="dummyConnPt" presStyleCnt="0"/>
      <dgm:spPr/>
    </dgm:pt>
    <dgm:pt modelId="{BD6D46BE-3634-4E91-AF5D-397448E6EA3D}" type="pres">
      <dgm:prSet presAssocID="{A1AB3116-A8F5-4ED2-870A-B59A62CA8C57}" presName="node" presStyleLbl="node1" presStyleIdx="10" presStyleCnt="12" custScaleX="114484">
        <dgm:presLayoutVars>
          <dgm:bulletEnabled val="1"/>
        </dgm:presLayoutVars>
      </dgm:prSet>
      <dgm:spPr/>
    </dgm:pt>
    <dgm:pt modelId="{84BAC5D4-FC74-4158-AC6E-7A15931743D8}" type="pres">
      <dgm:prSet presAssocID="{975FDBA3-C271-486B-A535-60453BA3C814}" presName="sibTrans" presStyleLbl="bgSibTrans2D1" presStyleIdx="10" presStyleCnt="11"/>
      <dgm:spPr/>
    </dgm:pt>
    <dgm:pt modelId="{E270E83F-642B-46A5-894D-2B748FC1774F}" type="pres">
      <dgm:prSet presAssocID="{A2946CD4-4648-49AF-AD64-123C560A95F4}" presName="compNode" presStyleCnt="0"/>
      <dgm:spPr/>
    </dgm:pt>
    <dgm:pt modelId="{2E3FA40A-087C-4C53-85D7-17E176DD46E7}" type="pres">
      <dgm:prSet presAssocID="{A2946CD4-4648-49AF-AD64-123C560A95F4}" presName="dummyConnPt" presStyleCnt="0"/>
      <dgm:spPr/>
    </dgm:pt>
    <dgm:pt modelId="{280FAB7C-4470-4521-86CC-3FFDA401726F}" type="pres">
      <dgm:prSet presAssocID="{A2946CD4-4648-49AF-AD64-123C560A95F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F009A00-73F6-4FE6-8111-20B23842F337}" srcId="{5E74A3DE-5D91-4630-B0B9-AEA2C880C734}" destId="{2847C325-E916-4E0F-AAF3-DC8E3B9973B5}" srcOrd="8" destOrd="0" parTransId="{026CE59B-2A74-4754-A224-2941C236F6C8}" sibTransId="{D1983862-A62E-4C95-B1AA-9ED3B94517AD}"/>
    <dgm:cxn modelId="{F6C75407-29E4-4780-99B8-00D0BDCEF89F}" type="presOf" srcId="{C04B7B8D-7B9B-48EF-8981-592FE0B9566D}" destId="{2652D94E-617B-46C8-B1F4-764B0720A550}" srcOrd="0" destOrd="0" presId="urn:microsoft.com/office/officeart/2005/8/layout/bProcess4"/>
    <dgm:cxn modelId="{9C954C1A-DE5F-4D4A-B516-D559DB77F7D7}" type="presOf" srcId="{FEF7014F-D336-4C92-AC26-DEAA689C473D}" destId="{BF9F290A-A73D-496E-9001-510347B3CDBC}" srcOrd="0" destOrd="0" presId="urn:microsoft.com/office/officeart/2005/8/layout/bProcess4"/>
    <dgm:cxn modelId="{A591AE24-2CEE-4E6D-A629-81CBD8304D0C}" type="presOf" srcId="{A1AB3116-A8F5-4ED2-870A-B59A62CA8C57}" destId="{BD6D46BE-3634-4E91-AF5D-397448E6EA3D}" srcOrd="0" destOrd="0" presId="urn:microsoft.com/office/officeart/2005/8/layout/bProcess4"/>
    <dgm:cxn modelId="{B6191F28-5289-4445-A4D8-FA45830D89A6}" srcId="{5E74A3DE-5D91-4630-B0B9-AEA2C880C734}" destId="{8A410DE0-A84D-4780-9929-9687D4D35E14}" srcOrd="0" destOrd="0" parTransId="{6BB98D2B-8CC0-4DBE-8D87-5A33217A9E14}" sibTransId="{E9780906-BAFE-418C-AC3E-70E9815F964A}"/>
    <dgm:cxn modelId="{B9BBC731-0330-4B12-926D-9956BF1F53C8}" type="presOf" srcId="{15144A74-3352-49BE-8F1D-E49A974502D5}" destId="{0A9D7BE3-835A-4D38-BDA2-DD3176B48E84}" srcOrd="0" destOrd="0" presId="urn:microsoft.com/office/officeart/2005/8/layout/bProcess4"/>
    <dgm:cxn modelId="{A292F034-3DE9-4E4C-821B-680FD8685D63}" srcId="{5E74A3DE-5D91-4630-B0B9-AEA2C880C734}" destId="{99482AD3-F4D8-40D5-89BE-9E9BCF982885}" srcOrd="5" destOrd="0" parTransId="{CEC0E692-93C9-4B8E-A788-E80FB2423A7E}" sibTransId="{FEF7014F-D336-4C92-AC26-DEAA689C473D}"/>
    <dgm:cxn modelId="{69206035-FFA0-4723-B791-0CE6B544D96A}" type="presOf" srcId="{975FDBA3-C271-486B-A535-60453BA3C814}" destId="{84BAC5D4-FC74-4158-AC6E-7A15931743D8}" srcOrd="0" destOrd="0" presId="urn:microsoft.com/office/officeart/2005/8/layout/bProcess4"/>
    <dgm:cxn modelId="{7EF2CA37-BD72-484A-938E-66293832E77E}" type="presOf" srcId="{99482AD3-F4D8-40D5-89BE-9E9BCF982885}" destId="{DEA29A96-92EF-4627-8F1E-862EB12CFF3E}" srcOrd="0" destOrd="0" presId="urn:microsoft.com/office/officeart/2005/8/layout/bProcess4"/>
    <dgm:cxn modelId="{7A660C3A-EFEE-4DF6-A51E-158493F8A2AA}" type="presOf" srcId="{5E74A3DE-5D91-4630-B0B9-AEA2C880C734}" destId="{0B368282-BBDC-4D83-B116-6EDC5D59852F}" srcOrd="0" destOrd="0" presId="urn:microsoft.com/office/officeart/2005/8/layout/bProcess4"/>
    <dgm:cxn modelId="{6B56703E-B76D-49D1-B9A7-1A9178D1B296}" srcId="{5E74A3DE-5D91-4630-B0B9-AEA2C880C734}" destId="{7D5B27FC-897C-4EDC-BADE-F44B5AFE3983}" srcOrd="3" destOrd="0" parTransId="{AAF1F7AE-71B3-4E02-8934-501D6853DA73}" sibTransId="{37BBF3D3-9AA1-4D01-9AD1-23B3B39805A1}"/>
    <dgm:cxn modelId="{A5B5B13F-998A-4FFD-92C7-CC6673E1D074}" type="presOf" srcId="{90881EEF-62F2-48EC-9234-B24268308FB3}" destId="{10297F34-24B3-4511-9F30-39CE7B2325BE}" srcOrd="0" destOrd="0" presId="urn:microsoft.com/office/officeart/2005/8/layout/bProcess4"/>
    <dgm:cxn modelId="{518D236C-1ABF-4E82-A928-24F964E9708F}" srcId="{5E74A3DE-5D91-4630-B0B9-AEA2C880C734}" destId="{2C3EC1D4-56C1-422B-BCB7-1092ED4A8C19}" srcOrd="9" destOrd="0" parTransId="{5DE1F10B-F6DA-4679-9B1A-59C3E4D4D77D}" sibTransId="{A9671E0F-DA91-4452-B270-C1CE80BFDC89}"/>
    <dgm:cxn modelId="{18199255-AA14-4045-B2BF-01D6A8965BEF}" type="presOf" srcId="{B9A4BE42-FCBB-405B-85DA-F02FDD751004}" destId="{EFB71A2D-9BB8-4754-B8D5-8709A5F69776}" srcOrd="0" destOrd="0" presId="urn:microsoft.com/office/officeart/2005/8/layout/bProcess4"/>
    <dgm:cxn modelId="{8B5D977A-C32B-4579-82D6-4579CB75DE4F}" type="presOf" srcId="{A9671E0F-DA91-4452-B270-C1CE80BFDC89}" destId="{ACF88974-493D-4B0E-8238-A35C40AFAAF9}" srcOrd="0" destOrd="0" presId="urn:microsoft.com/office/officeart/2005/8/layout/bProcess4"/>
    <dgm:cxn modelId="{7DD6037D-A01E-4BFE-9E35-DE28346F6A7B}" type="presOf" srcId="{08265850-3C17-4F3D-9180-0279CD022302}" destId="{E6ED1DC6-3A15-4B3A-B750-1C92F42A857C}" srcOrd="0" destOrd="0" presId="urn:microsoft.com/office/officeart/2005/8/layout/bProcess4"/>
    <dgm:cxn modelId="{EA5E2886-A03D-457E-9390-012968628FDA}" type="presOf" srcId="{8CAE1921-326A-4D73-88F5-B231714E530F}" destId="{26DD012A-EBF9-4740-9DEE-94084C33905A}" srcOrd="0" destOrd="0" presId="urn:microsoft.com/office/officeart/2005/8/layout/bProcess4"/>
    <dgm:cxn modelId="{EF9B949A-BDF3-4E76-A82A-DB9F617D5E39}" type="presOf" srcId="{8A410DE0-A84D-4780-9929-9687D4D35E14}" destId="{182DAB28-F5BC-40F4-B594-AF1B800D8BDD}" srcOrd="0" destOrd="0" presId="urn:microsoft.com/office/officeart/2005/8/layout/bProcess4"/>
    <dgm:cxn modelId="{33867DA7-DA23-446C-8C70-83E05B9091EE}" srcId="{5E74A3DE-5D91-4630-B0B9-AEA2C880C734}" destId="{A1AB3116-A8F5-4ED2-870A-B59A62CA8C57}" srcOrd="10" destOrd="0" parTransId="{158C29BE-2FE2-49E7-BB0A-F2D30194F9F7}" sibTransId="{975FDBA3-C271-486B-A535-60453BA3C814}"/>
    <dgm:cxn modelId="{EB9D7BA8-D893-4ACB-94AF-2FDCEB02035D}" type="presOf" srcId="{6B18F306-1F5E-46E6-BDBD-45797A74DDCF}" destId="{A95C35A5-6565-4F73-8043-DB2BB05DDE74}" srcOrd="0" destOrd="0" presId="urn:microsoft.com/office/officeart/2005/8/layout/bProcess4"/>
    <dgm:cxn modelId="{637979AB-0178-42E0-92AF-19519FE5EE51}" srcId="{5E74A3DE-5D91-4630-B0B9-AEA2C880C734}" destId="{15144A74-3352-49BE-8F1D-E49A974502D5}" srcOrd="2" destOrd="0" parTransId="{EEB4483D-F333-4109-935A-2097195A1673}" sibTransId="{89CC25B7-8F4A-4601-88F7-DC3DCA88F5B4}"/>
    <dgm:cxn modelId="{D818B8AC-1AC8-463D-A9C8-1FDBFD14486F}" type="presOf" srcId="{D1983862-A62E-4C95-B1AA-9ED3B94517AD}" destId="{755200CF-54A0-44F4-852B-F8115906F95F}" srcOrd="0" destOrd="0" presId="urn:microsoft.com/office/officeart/2005/8/layout/bProcess4"/>
    <dgm:cxn modelId="{36ACB9B1-D2B9-434B-BCAF-4B1D9EDD5A2B}" type="presOf" srcId="{2847C325-E916-4E0F-AAF3-DC8E3B9973B5}" destId="{6F3106C7-AD04-4C16-8ED4-CB5CAFB5E575}" srcOrd="0" destOrd="0" presId="urn:microsoft.com/office/officeart/2005/8/layout/bProcess4"/>
    <dgm:cxn modelId="{F9A2D8B1-3ACC-427F-9C0A-A36F2F51BA80}" srcId="{5E74A3DE-5D91-4630-B0B9-AEA2C880C734}" destId="{08265850-3C17-4F3D-9180-0279CD022302}" srcOrd="6" destOrd="0" parTransId="{A1130969-2F43-425B-BF81-89AD77A37833}" sibTransId="{18653E05-DB72-4F17-B8C8-ED5560A64AE6}"/>
    <dgm:cxn modelId="{084DBCBA-E304-47F7-B26F-EE717A5B3968}" type="presOf" srcId="{89CC25B7-8F4A-4601-88F7-DC3DCA88F5B4}" destId="{0D2E48E3-A5A9-4502-8785-8E281174EFAE}" srcOrd="0" destOrd="0" presId="urn:microsoft.com/office/officeart/2005/8/layout/bProcess4"/>
    <dgm:cxn modelId="{B24358BC-1CBA-40EC-9850-7EFF4904D7B4}" type="presOf" srcId="{7D5B27FC-897C-4EDC-BADE-F44B5AFE3983}" destId="{D0139562-E026-4A60-97CA-63FAA81D076B}" srcOrd="0" destOrd="0" presId="urn:microsoft.com/office/officeart/2005/8/layout/bProcess4"/>
    <dgm:cxn modelId="{FA278BC6-634A-4E1A-B6C1-C5CD3BFEECAA}" type="presOf" srcId="{2C3EC1D4-56C1-422B-BCB7-1092ED4A8C19}" destId="{896225C7-F24F-473F-9581-081786127DE9}" srcOrd="0" destOrd="0" presId="urn:microsoft.com/office/officeart/2005/8/layout/bProcess4"/>
    <dgm:cxn modelId="{711FC4CE-13CC-4E24-9E91-32000148FC6F}" type="presOf" srcId="{1D968D80-193D-40CA-AD3C-A8B1F709EFF8}" destId="{F6783476-7880-486F-8A19-AD6443E17613}" srcOrd="0" destOrd="0" presId="urn:microsoft.com/office/officeart/2005/8/layout/bProcess4"/>
    <dgm:cxn modelId="{943AB0D3-0BF2-4FA1-B558-709A4F7ED470}" srcId="{5E74A3DE-5D91-4630-B0B9-AEA2C880C734}" destId="{90881EEF-62F2-48EC-9234-B24268308FB3}" srcOrd="1" destOrd="0" parTransId="{5EF76278-B406-49D6-9071-D0992F562C2F}" sibTransId="{1D968D80-193D-40CA-AD3C-A8B1F709EFF8}"/>
    <dgm:cxn modelId="{D0C96DD6-A251-425D-AED6-00A951F7386A}" type="presOf" srcId="{37BBF3D3-9AA1-4D01-9AD1-23B3B39805A1}" destId="{D273A848-8F4D-4694-B756-1CCB40FE6C6F}" srcOrd="0" destOrd="0" presId="urn:microsoft.com/office/officeart/2005/8/layout/bProcess4"/>
    <dgm:cxn modelId="{7DB1D9DC-28C3-410D-8817-515CC846506E}" srcId="{5E74A3DE-5D91-4630-B0B9-AEA2C880C734}" destId="{A2946CD4-4648-49AF-AD64-123C560A95F4}" srcOrd="11" destOrd="0" parTransId="{CD691DFF-43A8-441A-881C-A5D2C639571C}" sibTransId="{8D33A13B-7A4F-4DF6-9024-B3E7FBDE764E}"/>
    <dgm:cxn modelId="{E83598DF-1F35-4650-A2D8-64416AADF4BA}" type="presOf" srcId="{A2946CD4-4648-49AF-AD64-123C560A95F4}" destId="{280FAB7C-4470-4521-86CC-3FFDA401726F}" srcOrd="0" destOrd="0" presId="urn:microsoft.com/office/officeart/2005/8/layout/bProcess4"/>
    <dgm:cxn modelId="{D75628E4-F439-4C1F-A77E-55BC5E973D87}" srcId="{5E74A3DE-5D91-4630-B0B9-AEA2C880C734}" destId="{6B18F306-1F5E-46E6-BDBD-45797A74DDCF}" srcOrd="4" destOrd="0" parTransId="{F75418FF-3AF0-4473-98FE-A59E093C4FEC}" sibTransId="{C04B7B8D-7B9B-48EF-8981-592FE0B9566D}"/>
    <dgm:cxn modelId="{6E6962E4-F0EF-473A-B015-2A946EE20423}" type="presOf" srcId="{E9780906-BAFE-418C-AC3E-70E9815F964A}" destId="{B475E1B2-53E2-425E-8491-B8E1A9003B05}" srcOrd="0" destOrd="0" presId="urn:microsoft.com/office/officeart/2005/8/layout/bProcess4"/>
    <dgm:cxn modelId="{81A782EC-C42B-4ED3-B535-C2FCA0603728}" type="presOf" srcId="{18653E05-DB72-4F17-B8C8-ED5560A64AE6}" destId="{8E31938D-4183-44F3-8FC5-A1EA2E7DC1AB}" srcOrd="0" destOrd="0" presId="urn:microsoft.com/office/officeart/2005/8/layout/bProcess4"/>
    <dgm:cxn modelId="{E8A36CFB-3F5E-4AE2-80B6-16296FBD127D}" srcId="{5E74A3DE-5D91-4630-B0B9-AEA2C880C734}" destId="{B9A4BE42-FCBB-405B-85DA-F02FDD751004}" srcOrd="7" destOrd="0" parTransId="{339D62E2-3673-4E10-99B7-8CA7E8BDB371}" sibTransId="{8CAE1921-326A-4D73-88F5-B231714E530F}"/>
    <dgm:cxn modelId="{20F338AD-1C14-46FA-B420-8DF714929FAB}" type="presParOf" srcId="{0B368282-BBDC-4D83-B116-6EDC5D59852F}" destId="{B4E6E67D-DB16-457E-AD3D-FEDE76130205}" srcOrd="0" destOrd="0" presId="urn:microsoft.com/office/officeart/2005/8/layout/bProcess4"/>
    <dgm:cxn modelId="{A86AFDD1-DA4E-472D-B120-07AF9C5A1E28}" type="presParOf" srcId="{B4E6E67D-DB16-457E-AD3D-FEDE76130205}" destId="{0E3D47E2-D2D7-4A17-997D-2CD70B07FC6F}" srcOrd="0" destOrd="0" presId="urn:microsoft.com/office/officeart/2005/8/layout/bProcess4"/>
    <dgm:cxn modelId="{0B7365A7-3BEC-471B-AD56-BAA20EC01B3B}" type="presParOf" srcId="{B4E6E67D-DB16-457E-AD3D-FEDE76130205}" destId="{182DAB28-F5BC-40F4-B594-AF1B800D8BDD}" srcOrd="1" destOrd="0" presId="urn:microsoft.com/office/officeart/2005/8/layout/bProcess4"/>
    <dgm:cxn modelId="{C9BA39AA-80AE-4226-B19F-BFB907A14A43}" type="presParOf" srcId="{0B368282-BBDC-4D83-B116-6EDC5D59852F}" destId="{B475E1B2-53E2-425E-8491-B8E1A9003B05}" srcOrd="1" destOrd="0" presId="urn:microsoft.com/office/officeart/2005/8/layout/bProcess4"/>
    <dgm:cxn modelId="{A033A7DD-7386-4045-B2AB-854187477684}" type="presParOf" srcId="{0B368282-BBDC-4D83-B116-6EDC5D59852F}" destId="{BE24EBA6-9CF5-48A1-93F9-5684F6DBCC29}" srcOrd="2" destOrd="0" presId="urn:microsoft.com/office/officeart/2005/8/layout/bProcess4"/>
    <dgm:cxn modelId="{A0BB1B71-C269-4BBD-9974-B9EF0F972678}" type="presParOf" srcId="{BE24EBA6-9CF5-48A1-93F9-5684F6DBCC29}" destId="{0B7B34A0-9B5A-4AE6-846F-2437CCA309E9}" srcOrd="0" destOrd="0" presId="urn:microsoft.com/office/officeart/2005/8/layout/bProcess4"/>
    <dgm:cxn modelId="{F1E508AF-DAE3-472F-8186-367A33088586}" type="presParOf" srcId="{BE24EBA6-9CF5-48A1-93F9-5684F6DBCC29}" destId="{10297F34-24B3-4511-9F30-39CE7B2325BE}" srcOrd="1" destOrd="0" presId="urn:microsoft.com/office/officeart/2005/8/layout/bProcess4"/>
    <dgm:cxn modelId="{F0510E2F-A045-4041-8B74-C65C05D500A7}" type="presParOf" srcId="{0B368282-BBDC-4D83-B116-6EDC5D59852F}" destId="{F6783476-7880-486F-8A19-AD6443E17613}" srcOrd="3" destOrd="0" presId="urn:microsoft.com/office/officeart/2005/8/layout/bProcess4"/>
    <dgm:cxn modelId="{EBFEE0CC-324A-4326-A150-4A1FE9507353}" type="presParOf" srcId="{0B368282-BBDC-4D83-B116-6EDC5D59852F}" destId="{192E86E1-FBDF-496F-8996-C40C85AE8ACD}" srcOrd="4" destOrd="0" presId="urn:microsoft.com/office/officeart/2005/8/layout/bProcess4"/>
    <dgm:cxn modelId="{B8593FC1-AB2B-437A-8C6B-A41B8F75ABC9}" type="presParOf" srcId="{192E86E1-FBDF-496F-8996-C40C85AE8ACD}" destId="{53E7CE2D-84F3-4D00-8677-E42A0D483039}" srcOrd="0" destOrd="0" presId="urn:microsoft.com/office/officeart/2005/8/layout/bProcess4"/>
    <dgm:cxn modelId="{435D6871-BB26-4057-9693-DBF5BB0AA5F1}" type="presParOf" srcId="{192E86E1-FBDF-496F-8996-C40C85AE8ACD}" destId="{0A9D7BE3-835A-4D38-BDA2-DD3176B48E84}" srcOrd="1" destOrd="0" presId="urn:microsoft.com/office/officeart/2005/8/layout/bProcess4"/>
    <dgm:cxn modelId="{4F011DFE-4088-4C47-963A-43D21988CFBE}" type="presParOf" srcId="{0B368282-BBDC-4D83-B116-6EDC5D59852F}" destId="{0D2E48E3-A5A9-4502-8785-8E281174EFAE}" srcOrd="5" destOrd="0" presId="urn:microsoft.com/office/officeart/2005/8/layout/bProcess4"/>
    <dgm:cxn modelId="{13A54D06-39F9-4590-9430-E0E6997FF7C0}" type="presParOf" srcId="{0B368282-BBDC-4D83-B116-6EDC5D59852F}" destId="{C02CE34E-326A-4719-91D3-50A7EA8AD653}" srcOrd="6" destOrd="0" presId="urn:microsoft.com/office/officeart/2005/8/layout/bProcess4"/>
    <dgm:cxn modelId="{855D8088-A187-48FB-8D68-EDB6F006B29B}" type="presParOf" srcId="{C02CE34E-326A-4719-91D3-50A7EA8AD653}" destId="{FF54EDA2-45A1-458C-BDFA-2D382F84F787}" srcOrd="0" destOrd="0" presId="urn:microsoft.com/office/officeart/2005/8/layout/bProcess4"/>
    <dgm:cxn modelId="{C76E86EC-4839-40CD-8A1E-85E36A050C5C}" type="presParOf" srcId="{C02CE34E-326A-4719-91D3-50A7EA8AD653}" destId="{D0139562-E026-4A60-97CA-63FAA81D076B}" srcOrd="1" destOrd="0" presId="urn:microsoft.com/office/officeart/2005/8/layout/bProcess4"/>
    <dgm:cxn modelId="{3F4A22EE-F307-4C32-8C6C-776198DC37D4}" type="presParOf" srcId="{0B368282-BBDC-4D83-B116-6EDC5D59852F}" destId="{D273A848-8F4D-4694-B756-1CCB40FE6C6F}" srcOrd="7" destOrd="0" presId="urn:microsoft.com/office/officeart/2005/8/layout/bProcess4"/>
    <dgm:cxn modelId="{FCE94B45-3EE7-4153-9A14-EE5B0281F445}" type="presParOf" srcId="{0B368282-BBDC-4D83-B116-6EDC5D59852F}" destId="{CF47440B-16F1-4C1F-974A-AE34EA9D8648}" srcOrd="8" destOrd="0" presId="urn:microsoft.com/office/officeart/2005/8/layout/bProcess4"/>
    <dgm:cxn modelId="{2EB0D404-0670-4B06-BF6C-D12279AE55A1}" type="presParOf" srcId="{CF47440B-16F1-4C1F-974A-AE34EA9D8648}" destId="{A86E2FBF-7A28-4CBB-A840-9781531C13BD}" srcOrd="0" destOrd="0" presId="urn:microsoft.com/office/officeart/2005/8/layout/bProcess4"/>
    <dgm:cxn modelId="{1AA939BC-A8B0-495B-89D9-49800EB970B5}" type="presParOf" srcId="{CF47440B-16F1-4C1F-974A-AE34EA9D8648}" destId="{A95C35A5-6565-4F73-8043-DB2BB05DDE74}" srcOrd="1" destOrd="0" presId="urn:microsoft.com/office/officeart/2005/8/layout/bProcess4"/>
    <dgm:cxn modelId="{C29DB061-5C26-408F-B9FF-87F0DCBA0BD0}" type="presParOf" srcId="{0B368282-BBDC-4D83-B116-6EDC5D59852F}" destId="{2652D94E-617B-46C8-B1F4-764B0720A550}" srcOrd="9" destOrd="0" presId="urn:microsoft.com/office/officeart/2005/8/layout/bProcess4"/>
    <dgm:cxn modelId="{FC0FFE72-495A-4341-8851-D70F785DB554}" type="presParOf" srcId="{0B368282-BBDC-4D83-B116-6EDC5D59852F}" destId="{B47ADD0B-C4AD-4093-A022-516E07186255}" srcOrd="10" destOrd="0" presId="urn:microsoft.com/office/officeart/2005/8/layout/bProcess4"/>
    <dgm:cxn modelId="{F11D0189-2058-471C-8244-EA94410EAC03}" type="presParOf" srcId="{B47ADD0B-C4AD-4093-A022-516E07186255}" destId="{4579C124-E9A6-4084-A0AD-2666E45DBD41}" srcOrd="0" destOrd="0" presId="urn:microsoft.com/office/officeart/2005/8/layout/bProcess4"/>
    <dgm:cxn modelId="{1B093626-DD79-406E-B070-7EFE6DB8C417}" type="presParOf" srcId="{B47ADD0B-C4AD-4093-A022-516E07186255}" destId="{DEA29A96-92EF-4627-8F1E-862EB12CFF3E}" srcOrd="1" destOrd="0" presId="urn:microsoft.com/office/officeart/2005/8/layout/bProcess4"/>
    <dgm:cxn modelId="{206157A1-7B2D-4217-9B6A-3AAF87135340}" type="presParOf" srcId="{0B368282-BBDC-4D83-B116-6EDC5D59852F}" destId="{BF9F290A-A73D-496E-9001-510347B3CDBC}" srcOrd="11" destOrd="0" presId="urn:microsoft.com/office/officeart/2005/8/layout/bProcess4"/>
    <dgm:cxn modelId="{7F2F9F86-42B5-456A-A94F-A9C331E35E41}" type="presParOf" srcId="{0B368282-BBDC-4D83-B116-6EDC5D59852F}" destId="{1F8D2914-CABB-4617-9F22-91D778123576}" srcOrd="12" destOrd="0" presId="urn:microsoft.com/office/officeart/2005/8/layout/bProcess4"/>
    <dgm:cxn modelId="{55E5A5B2-B47B-41B0-83D6-2D6000D5F97A}" type="presParOf" srcId="{1F8D2914-CABB-4617-9F22-91D778123576}" destId="{8A14036E-6BCD-42E9-8469-302872A464F5}" srcOrd="0" destOrd="0" presId="urn:microsoft.com/office/officeart/2005/8/layout/bProcess4"/>
    <dgm:cxn modelId="{B53083D2-F5DA-49CD-B92A-E3DF051104C7}" type="presParOf" srcId="{1F8D2914-CABB-4617-9F22-91D778123576}" destId="{E6ED1DC6-3A15-4B3A-B750-1C92F42A857C}" srcOrd="1" destOrd="0" presId="urn:microsoft.com/office/officeart/2005/8/layout/bProcess4"/>
    <dgm:cxn modelId="{B0E4D77D-59BD-4AFD-B29F-6E3E61E402D6}" type="presParOf" srcId="{0B368282-BBDC-4D83-B116-6EDC5D59852F}" destId="{8E31938D-4183-44F3-8FC5-A1EA2E7DC1AB}" srcOrd="13" destOrd="0" presId="urn:microsoft.com/office/officeart/2005/8/layout/bProcess4"/>
    <dgm:cxn modelId="{C96CCE9C-7C60-431E-BB0A-B14B6BE5EFE3}" type="presParOf" srcId="{0B368282-BBDC-4D83-B116-6EDC5D59852F}" destId="{1461F275-9E01-45BA-A388-B04757718FB0}" srcOrd="14" destOrd="0" presId="urn:microsoft.com/office/officeart/2005/8/layout/bProcess4"/>
    <dgm:cxn modelId="{A2B168B6-58B2-45AB-AE6E-55FAB362E38F}" type="presParOf" srcId="{1461F275-9E01-45BA-A388-B04757718FB0}" destId="{97BEBEEE-52AB-4614-97F8-7FF5CE79D525}" srcOrd="0" destOrd="0" presId="urn:microsoft.com/office/officeart/2005/8/layout/bProcess4"/>
    <dgm:cxn modelId="{69F74A2C-2EA3-4702-8257-53154169780F}" type="presParOf" srcId="{1461F275-9E01-45BA-A388-B04757718FB0}" destId="{EFB71A2D-9BB8-4754-B8D5-8709A5F69776}" srcOrd="1" destOrd="0" presId="urn:microsoft.com/office/officeart/2005/8/layout/bProcess4"/>
    <dgm:cxn modelId="{CF98EF40-9508-45B3-9413-BE6A40759B63}" type="presParOf" srcId="{0B368282-BBDC-4D83-B116-6EDC5D59852F}" destId="{26DD012A-EBF9-4740-9DEE-94084C33905A}" srcOrd="15" destOrd="0" presId="urn:microsoft.com/office/officeart/2005/8/layout/bProcess4"/>
    <dgm:cxn modelId="{A1984639-7D6F-44D9-8537-9EE48B5B1D0F}" type="presParOf" srcId="{0B368282-BBDC-4D83-B116-6EDC5D59852F}" destId="{FA2696A3-0C81-442A-81C2-ED1ADBF618E4}" srcOrd="16" destOrd="0" presId="urn:microsoft.com/office/officeart/2005/8/layout/bProcess4"/>
    <dgm:cxn modelId="{DBC77E76-6609-4C1A-8EEE-6C0544685CDE}" type="presParOf" srcId="{FA2696A3-0C81-442A-81C2-ED1ADBF618E4}" destId="{0187265B-1E81-4653-8193-0EEF3B6B170C}" srcOrd="0" destOrd="0" presId="urn:microsoft.com/office/officeart/2005/8/layout/bProcess4"/>
    <dgm:cxn modelId="{65DA627C-C282-4936-96AA-83E43E3DDD49}" type="presParOf" srcId="{FA2696A3-0C81-442A-81C2-ED1ADBF618E4}" destId="{6F3106C7-AD04-4C16-8ED4-CB5CAFB5E575}" srcOrd="1" destOrd="0" presId="urn:microsoft.com/office/officeart/2005/8/layout/bProcess4"/>
    <dgm:cxn modelId="{BBCAD095-F4C9-4EA9-8410-E5EAB6ECC01E}" type="presParOf" srcId="{0B368282-BBDC-4D83-B116-6EDC5D59852F}" destId="{755200CF-54A0-44F4-852B-F8115906F95F}" srcOrd="17" destOrd="0" presId="urn:microsoft.com/office/officeart/2005/8/layout/bProcess4"/>
    <dgm:cxn modelId="{D70FE223-4106-4480-BEE0-B69961ABC623}" type="presParOf" srcId="{0B368282-BBDC-4D83-B116-6EDC5D59852F}" destId="{1A085CA8-7B81-4B95-B484-78BA7B1F4E7E}" srcOrd="18" destOrd="0" presId="urn:microsoft.com/office/officeart/2005/8/layout/bProcess4"/>
    <dgm:cxn modelId="{B0F95A81-5658-43EE-929A-677D49A328C5}" type="presParOf" srcId="{1A085CA8-7B81-4B95-B484-78BA7B1F4E7E}" destId="{AEF473D3-BFD7-4BBB-AE18-D35FD3EF7F5E}" srcOrd="0" destOrd="0" presId="urn:microsoft.com/office/officeart/2005/8/layout/bProcess4"/>
    <dgm:cxn modelId="{DA142D3C-58A0-4DC5-B2E8-926B8E2FE97B}" type="presParOf" srcId="{1A085CA8-7B81-4B95-B484-78BA7B1F4E7E}" destId="{896225C7-F24F-473F-9581-081786127DE9}" srcOrd="1" destOrd="0" presId="urn:microsoft.com/office/officeart/2005/8/layout/bProcess4"/>
    <dgm:cxn modelId="{4AB0FE9E-62F5-4D56-9184-9E19D6611DE7}" type="presParOf" srcId="{0B368282-BBDC-4D83-B116-6EDC5D59852F}" destId="{ACF88974-493D-4B0E-8238-A35C40AFAAF9}" srcOrd="19" destOrd="0" presId="urn:microsoft.com/office/officeart/2005/8/layout/bProcess4"/>
    <dgm:cxn modelId="{1C895B76-BF41-45ED-BFEC-FD14B57ACE71}" type="presParOf" srcId="{0B368282-BBDC-4D83-B116-6EDC5D59852F}" destId="{585B7C20-3042-4915-BA65-A67115590DC2}" srcOrd="20" destOrd="0" presId="urn:microsoft.com/office/officeart/2005/8/layout/bProcess4"/>
    <dgm:cxn modelId="{57C9491A-20D6-4FCE-8EBD-CD8A841ABDD6}" type="presParOf" srcId="{585B7C20-3042-4915-BA65-A67115590DC2}" destId="{A60C4DF2-03AF-4CF2-A8BB-A80CA4DBD149}" srcOrd="0" destOrd="0" presId="urn:microsoft.com/office/officeart/2005/8/layout/bProcess4"/>
    <dgm:cxn modelId="{2BF7EFEA-1902-413E-938A-E62028255FBE}" type="presParOf" srcId="{585B7C20-3042-4915-BA65-A67115590DC2}" destId="{BD6D46BE-3634-4E91-AF5D-397448E6EA3D}" srcOrd="1" destOrd="0" presId="urn:microsoft.com/office/officeart/2005/8/layout/bProcess4"/>
    <dgm:cxn modelId="{EF6C8347-1DB1-4A4C-8A81-F5E6B04EB884}" type="presParOf" srcId="{0B368282-BBDC-4D83-B116-6EDC5D59852F}" destId="{84BAC5D4-FC74-4158-AC6E-7A15931743D8}" srcOrd="21" destOrd="0" presId="urn:microsoft.com/office/officeart/2005/8/layout/bProcess4"/>
    <dgm:cxn modelId="{0AECA2B3-42B6-4A99-B28B-521B2E657E22}" type="presParOf" srcId="{0B368282-BBDC-4D83-B116-6EDC5D59852F}" destId="{E270E83F-642B-46A5-894D-2B748FC1774F}" srcOrd="22" destOrd="0" presId="urn:microsoft.com/office/officeart/2005/8/layout/bProcess4"/>
    <dgm:cxn modelId="{45E21FBC-7CE8-4A72-A46D-88600A8C68FE}" type="presParOf" srcId="{E270E83F-642B-46A5-894D-2B748FC1774F}" destId="{2E3FA40A-087C-4C53-85D7-17E176DD46E7}" srcOrd="0" destOrd="0" presId="urn:microsoft.com/office/officeart/2005/8/layout/bProcess4"/>
    <dgm:cxn modelId="{F5983047-ABB9-4AFB-A7A8-4CF846713948}" type="presParOf" srcId="{E270E83F-642B-46A5-894D-2B748FC1774F}" destId="{280FAB7C-4470-4521-86CC-3FFDA401726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74A3DE-5D91-4630-B0B9-AEA2C880C73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A410DE0-A84D-4780-9929-9687D4D35E14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B98D2B-8CC0-4DBE-8D87-5A33217A9E14}" type="parTrans" cxnId="{B6191F28-5289-4445-A4D8-FA45830D89A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E9780906-BAFE-418C-AC3E-70E9815F964A}" type="sibTrans" cxnId="{B6191F28-5289-4445-A4D8-FA45830D89A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0881EEF-62F2-48EC-9234-B24268308FB3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EF76278-B406-49D6-9071-D0992F562C2F}" type="parTrans" cxnId="{943AB0D3-0BF2-4FA1-B558-709A4F7ED47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D968D80-193D-40CA-AD3C-A8B1F709EFF8}" type="sibTrans" cxnId="{943AB0D3-0BF2-4FA1-B558-709A4F7ED47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5144A74-3352-49BE-8F1D-E49A974502D5}">
      <dgm:prSet phldrT="[텍스트]" custT="1"/>
      <dgm:spPr>
        <a:solidFill>
          <a:srgbClr val="FF0000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gm:t>
    </dgm:pt>
    <dgm:pt modelId="{EEB4483D-F333-4109-935A-2097195A1673}" type="parTrans" cxnId="{637979AB-0178-42E0-92AF-19519FE5EE51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9CC25B7-8F4A-4601-88F7-DC3DCA88F5B4}" type="sibTrans" cxnId="{637979AB-0178-42E0-92AF-19519FE5EE51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7D5B27FC-897C-4EDC-BADE-F44B5AFE3983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AF1F7AE-71B3-4E02-8934-501D6853DA73}" type="parTrans" cxnId="{6B56703E-B76D-49D1-B9A7-1A9178D1B29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7BBF3D3-9AA1-4D01-9AD1-23B3B39805A1}" type="sibTrans" cxnId="{6B56703E-B76D-49D1-B9A7-1A9178D1B29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18F306-1F5E-46E6-BDBD-45797A74DDCF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75418FF-3AF0-4473-98FE-A59E093C4FEC}" type="parTrans" cxnId="{D75628E4-F439-4C1F-A77E-55BC5E973D87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04B7B8D-7B9B-48EF-8981-592FE0B9566D}" type="sibTrans" cxnId="{D75628E4-F439-4C1F-A77E-55BC5E973D87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9482AD3-F4D8-40D5-89BE-9E9BCF98288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EC0E692-93C9-4B8E-A788-E80FB2423A7E}" type="parTrans" cxnId="{A292F034-3DE9-4E4C-821B-680FD8685D63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EF7014F-D336-4C92-AC26-DEAA689C473D}" type="sibTrans" cxnId="{A292F034-3DE9-4E4C-821B-680FD8685D63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8265850-3C17-4F3D-9180-0279CD022302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1130969-2F43-425B-BF81-89AD77A37833}" type="parTrans" cxnId="{F9A2D8B1-3ACC-427F-9C0A-A36F2F51BA8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8653E05-DB72-4F17-B8C8-ED5560A64AE6}" type="sibTrans" cxnId="{F9A2D8B1-3ACC-427F-9C0A-A36F2F51BA8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B9A4BE42-FCBB-405B-85DA-F02FDD75100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39D62E2-3673-4E10-99B7-8CA7E8BDB371}" type="parTrans" cxnId="{E8A36CFB-3F5E-4AE2-80B6-16296FBD127D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CAE1921-326A-4D73-88F5-B231714E530F}" type="sibTrans" cxnId="{E8A36CFB-3F5E-4AE2-80B6-16296FBD127D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2847C325-E916-4E0F-AAF3-DC8E3B9973B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26CE59B-2A74-4754-A224-2941C236F6C8}" type="parTrans" cxnId="{1F009A00-73F6-4FE6-8111-20B23842F337}">
      <dgm:prSet/>
      <dgm:spPr/>
      <dgm:t>
        <a:bodyPr/>
        <a:lstStyle/>
        <a:p>
          <a:pPr latinLnBrk="1"/>
          <a:endParaRPr lang="ko-KR" altLang="en-US"/>
        </a:p>
      </dgm:t>
    </dgm:pt>
    <dgm:pt modelId="{D1983862-A62E-4C95-B1AA-9ED3B94517AD}" type="sibTrans" cxnId="{1F009A00-73F6-4FE6-8111-20B23842F337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2C3EC1D4-56C1-422B-BCB7-1092ED4A8C19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DE1F10B-F6DA-4679-9B1A-59C3E4D4D77D}" type="parTrans" cxnId="{518D236C-1ABF-4E82-A928-24F964E9708F}">
      <dgm:prSet/>
      <dgm:spPr/>
      <dgm:t>
        <a:bodyPr/>
        <a:lstStyle/>
        <a:p>
          <a:pPr latinLnBrk="1"/>
          <a:endParaRPr lang="ko-KR" altLang="en-US"/>
        </a:p>
      </dgm:t>
    </dgm:pt>
    <dgm:pt modelId="{A9671E0F-DA91-4452-B270-C1CE80BFDC89}" type="sibTrans" cxnId="{518D236C-1ABF-4E82-A928-24F964E9708F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1AB3116-A8F5-4ED2-870A-B59A62CA8C57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gm:t>
    </dgm:pt>
    <dgm:pt modelId="{158C29BE-2FE2-49E7-BB0A-F2D30194F9F7}" type="parTrans" cxnId="{33867DA7-DA23-446C-8C70-83E05B9091EE}">
      <dgm:prSet/>
      <dgm:spPr/>
      <dgm:t>
        <a:bodyPr/>
        <a:lstStyle/>
        <a:p>
          <a:pPr latinLnBrk="1"/>
          <a:endParaRPr lang="ko-KR" altLang="en-US"/>
        </a:p>
      </dgm:t>
    </dgm:pt>
    <dgm:pt modelId="{975FDBA3-C271-486B-A535-60453BA3C814}" type="sibTrans" cxnId="{33867DA7-DA23-446C-8C70-83E05B9091EE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2946CD4-4648-49AF-AD64-123C560A95F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D691DFF-43A8-441A-881C-A5D2C639571C}" type="par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8D33A13B-7A4F-4DF6-9024-B3E7FBDE764E}" type="sib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0B368282-BBDC-4D83-B116-6EDC5D59852F}" type="pres">
      <dgm:prSet presAssocID="{5E74A3DE-5D91-4630-B0B9-AEA2C880C734}" presName="Name0" presStyleCnt="0">
        <dgm:presLayoutVars>
          <dgm:dir/>
          <dgm:resizeHandles/>
        </dgm:presLayoutVars>
      </dgm:prSet>
      <dgm:spPr/>
    </dgm:pt>
    <dgm:pt modelId="{B4E6E67D-DB16-457E-AD3D-FEDE76130205}" type="pres">
      <dgm:prSet presAssocID="{8A410DE0-A84D-4780-9929-9687D4D35E14}" presName="compNode" presStyleCnt="0"/>
      <dgm:spPr/>
    </dgm:pt>
    <dgm:pt modelId="{0E3D47E2-D2D7-4A17-997D-2CD70B07FC6F}" type="pres">
      <dgm:prSet presAssocID="{8A410DE0-A84D-4780-9929-9687D4D35E14}" presName="dummyConnPt" presStyleCnt="0"/>
      <dgm:spPr/>
    </dgm:pt>
    <dgm:pt modelId="{182DAB28-F5BC-40F4-B594-AF1B800D8BDD}" type="pres">
      <dgm:prSet presAssocID="{8A410DE0-A84D-4780-9929-9687D4D35E14}" presName="node" presStyleLbl="node1" presStyleIdx="0" presStyleCnt="12">
        <dgm:presLayoutVars>
          <dgm:bulletEnabled val="1"/>
        </dgm:presLayoutVars>
      </dgm:prSet>
      <dgm:spPr/>
    </dgm:pt>
    <dgm:pt modelId="{B475E1B2-53E2-425E-8491-B8E1A9003B05}" type="pres">
      <dgm:prSet presAssocID="{E9780906-BAFE-418C-AC3E-70E9815F964A}" presName="sibTrans" presStyleLbl="bgSibTrans2D1" presStyleIdx="0" presStyleCnt="11"/>
      <dgm:spPr/>
    </dgm:pt>
    <dgm:pt modelId="{BE24EBA6-9CF5-48A1-93F9-5684F6DBCC29}" type="pres">
      <dgm:prSet presAssocID="{90881EEF-62F2-48EC-9234-B24268308FB3}" presName="compNode" presStyleCnt="0"/>
      <dgm:spPr/>
    </dgm:pt>
    <dgm:pt modelId="{0B7B34A0-9B5A-4AE6-846F-2437CCA309E9}" type="pres">
      <dgm:prSet presAssocID="{90881EEF-62F2-48EC-9234-B24268308FB3}" presName="dummyConnPt" presStyleCnt="0"/>
      <dgm:spPr/>
    </dgm:pt>
    <dgm:pt modelId="{10297F34-24B3-4511-9F30-39CE7B2325BE}" type="pres">
      <dgm:prSet presAssocID="{90881EEF-62F2-48EC-9234-B24268308FB3}" presName="node" presStyleLbl="node1" presStyleIdx="1" presStyleCnt="12">
        <dgm:presLayoutVars>
          <dgm:bulletEnabled val="1"/>
        </dgm:presLayoutVars>
      </dgm:prSet>
      <dgm:spPr/>
    </dgm:pt>
    <dgm:pt modelId="{F6783476-7880-486F-8A19-AD6443E17613}" type="pres">
      <dgm:prSet presAssocID="{1D968D80-193D-40CA-AD3C-A8B1F709EFF8}" presName="sibTrans" presStyleLbl="bgSibTrans2D1" presStyleIdx="1" presStyleCnt="11"/>
      <dgm:spPr/>
    </dgm:pt>
    <dgm:pt modelId="{192E86E1-FBDF-496F-8996-C40C85AE8ACD}" type="pres">
      <dgm:prSet presAssocID="{15144A74-3352-49BE-8F1D-E49A974502D5}" presName="compNode" presStyleCnt="0"/>
      <dgm:spPr/>
    </dgm:pt>
    <dgm:pt modelId="{53E7CE2D-84F3-4D00-8677-E42A0D483039}" type="pres">
      <dgm:prSet presAssocID="{15144A74-3352-49BE-8F1D-E49A974502D5}" presName="dummyConnPt" presStyleCnt="0"/>
      <dgm:spPr/>
    </dgm:pt>
    <dgm:pt modelId="{0A9D7BE3-835A-4D38-BDA2-DD3176B48E84}" type="pres">
      <dgm:prSet presAssocID="{15144A74-3352-49BE-8F1D-E49A974502D5}" presName="node" presStyleLbl="node1" presStyleIdx="2" presStyleCnt="12">
        <dgm:presLayoutVars>
          <dgm:bulletEnabled val="1"/>
        </dgm:presLayoutVars>
      </dgm:prSet>
      <dgm:spPr/>
    </dgm:pt>
    <dgm:pt modelId="{0D2E48E3-A5A9-4502-8785-8E281174EFAE}" type="pres">
      <dgm:prSet presAssocID="{89CC25B7-8F4A-4601-88F7-DC3DCA88F5B4}" presName="sibTrans" presStyleLbl="bgSibTrans2D1" presStyleIdx="2" presStyleCnt="11"/>
      <dgm:spPr/>
    </dgm:pt>
    <dgm:pt modelId="{C02CE34E-326A-4719-91D3-50A7EA8AD653}" type="pres">
      <dgm:prSet presAssocID="{7D5B27FC-897C-4EDC-BADE-F44B5AFE3983}" presName="compNode" presStyleCnt="0"/>
      <dgm:spPr/>
    </dgm:pt>
    <dgm:pt modelId="{FF54EDA2-45A1-458C-BDFA-2D382F84F787}" type="pres">
      <dgm:prSet presAssocID="{7D5B27FC-897C-4EDC-BADE-F44B5AFE3983}" presName="dummyConnPt" presStyleCnt="0"/>
      <dgm:spPr/>
    </dgm:pt>
    <dgm:pt modelId="{D0139562-E026-4A60-97CA-63FAA81D076B}" type="pres">
      <dgm:prSet presAssocID="{7D5B27FC-897C-4EDC-BADE-F44B5AFE3983}" presName="node" presStyleLbl="node1" presStyleIdx="3" presStyleCnt="12">
        <dgm:presLayoutVars>
          <dgm:bulletEnabled val="1"/>
        </dgm:presLayoutVars>
      </dgm:prSet>
      <dgm:spPr/>
    </dgm:pt>
    <dgm:pt modelId="{D273A848-8F4D-4694-B756-1CCB40FE6C6F}" type="pres">
      <dgm:prSet presAssocID="{37BBF3D3-9AA1-4D01-9AD1-23B3B39805A1}" presName="sibTrans" presStyleLbl="bgSibTrans2D1" presStyleIdx="3" presStyleCnt="11"/>
      <dgm:spPr/>
    </dgm:pt>
    <dgm:pt modelId="{CF47440B-16F1-4C1F-974A-AE34EA9D8648}" type="pres">
      <dgm:prSet presAssocID="{6B18F306-1F5E-46E6-BDBD-45797A74DDCF}" presName="compNode" presStyleCnt="0"/>
      <dgm:spPr/>
    </dgm:pt>
    <dgm:pt modelId="{A86E2FBF-7A28-4CBB-A840-9781531C13BD}" type="pres">
      <dgm:prSet presAssocID="{6B18F306-1F5E-46E6-BDBD-45797A74DDCF}" presName="dummyConnPt" presStyleCnt="0"/>
      <dgm:spPr/>
    </dgm:pt>
    <dgm:pt modelId="{A95C35A5-6565-4F73-8043-DB2BB05DDE74}" type="pres">
      <dgm:prSet presAssocID="{6B18F306-1F5E-46E6-BDBD-45797A74DDCF}" presName="node" presStyleLbl="node1" presStyleIdx="4" presStyleCnt="12">
        <dgm:presLayoutVars>
          <dgm:bulletEnabled val="1"/>
        </dgm:presLayoutVars>
      </dgm:prSet>
      <dgm:spPr/>
    </dgm:pt>
    <dgm:pt modelId="{2652D94E-617B-46C8-B1F4-764B0720A550}" type="pres">
      <dgm:prSet presAssocID="{C04B7B8D-7B9B-48EF-8981-592FE0B9566D}" presName="sibTrans" presStyleLbl="bgSibTrans2D1" presStyleIdx="4" presStyleCnt="11"/>
      <dgm:spPr/>
    </dgm:pt>
    <dgm:pt modelId="{B47ADD0B-C4AD-4093-A022-516E07186255}" type="pres">
      <dgm:prSet presAssocID="{99482AD3-F4D8-40D5-89BE-9E9BCF982885}" presName="compNode" presStyleCnt="0"/>
      <dgm:spPr/>
    </dgm:pt>
    <dgm:pt modelId="{4579C124-E9A6-4084-A0AD-2666E45DBD41}" type="pres">
      <dgm:prSet presAssocID="{99482AD3-F4D8-40D5-89BE-9E9BCF982885}" presName="dummyConnPt" presStyleCnt="0"/>
      <dgm:spPr/>
    </dgm:pt>
    <dgm:pt modelId="{DEA29A96-92EF-4627-8F1E-862EB12CFF3E}" type="pres">
      <dgm:prSet presAssocID="{99482AD3-F4D8-40D5-89BE-9E9BCF982885}" presName="node" presStyleLbl="node1" presStyleIdx="5" presStyleCnt="12">
        <dgm:presLayoutVars>
          <dgm:bulletEnabled val="1"/>
        </dgm:presLayoutVars>
      </dgm:prSet>
      <dgm:spPr/>
    </dgm:pt>
    <dgm:pt modelId="{BF9F290A-A73D-496E-9001-510347B3CDBC}" type="pres">
      <dgm:prSet presAssocID="{FEF7014F-D336-4C92-AC26-DEAA689C473D}" presName="sibTrans" presStyleLbl="bgSibTrans2D1" presStyleIdx="5" presStyleCnt="11"/>
      <dgm:spPr/>
    </dgm:pt>
    <dgm:pt modelId="{1F8D2914-CABB-4617-9F22-91D778123576}" type="pres">
      <dgm:prSet presAssocID="{08265850-3C17-4F3D-9180-0279CD022302}" presName="compNode" presStyleCnt="0"/>
      <dgm:spPr/>
    </dgm:pt>
    <dgm:pt modelId="{8A14036E-6BCD-42E9-8469-302872A464F5}" type="pres">
      <dgm:prSet presAssocID="{08265850-3C17-4F3D-9180-0279CD022302}" presName="dummyConnPt" presStyleCnt="0"/>
      <dgm:spPr/>
    </dgm:pt>
    <dgm:pt modelId="{E6ED1DC6-3A15-4B3A-B750-1C92F42A857C}" type="pres">
      <dgm:prSet presAssocID="{08265850-3C17-4F3D-9180-0279CD022302}" presName="node" presStyleLbl="node1" presStyleIdx="6" presStyleCnt="12">
        <dgm:presLayoutVars>
          <dgm:bulletEnabled val="1"/>
        </dgm:presLayoutVars>
      </dgm:prSet>
      <dgm:spPr/>
    </dgm:pt>
    <dgm:pt modelId="{8E31938D-4183-44F3-8FC5-A1EA2E7DC1AB}" type="pres">
      <dgm:prSet presAssocID="{18653E05-DB72-4F17-B8C8-ED5560A64AE6}" presName="sibTrans" presStyleLbl="bgSibTrans2D1" presStyleIdx="6" presStyleCnt="11"/>
      <dgm:spPr/>
    </dgm:pt>
    <dgm:pt modelId="{1461F275-9E01-45BA-A388-B04757718FB0}" type="pres">
      <dgm:prSet presAssocID="{B9A4BE42-FCBB-405B-85DA-F02FDD751004}" presName="compNode" presStyleCnt="0"/>
      <dgm:spPr/>
    </dgm:pt>
    <dgm:pt modelId="{97BEBEEE-52AB-4614-97F8-7FF5CE79D525}" type="pres">
      <dgm:prSet presAssocID="{B9A4BE42-FCBB-405B-85DA-F02FDD751004}" presName="dummyConnPt" presStyleCnt="0"/>
      <dgm:spPr/>
    </dgm:pt>
    <dgm:pt modelId="{EFB71A2D-9BB8-4754-B8D5-8709A5F69776}" type="pres">
      <dgm:prSet presAssocID="{B9A4BE42-FCBB-405B-85DA-F02FDD751004}" presName="node" presStyleLbl="node1" presStyleIdx="7" presStyleCnt="12">
        <dgm:presLayoutVars>
          <dgm:bulletEnabled val="1"/>
        </dgm:presLayoutVars>
      </dgm:prSet>
      <dgm:spPr/>
    </dgm:pt>
    <dgm:pt modelId="{26DD012A-EBF9-4740-9DEE-94084C33905A}" type="pres">
      <dgm:prSet presAssocID="{8CAE1921-326A-4D73-88F5-B231714E530F}" presName="sibTrans" presStyleLbl="bgSibTrans2D1" presStyleIdx="7" presStyleCnt="11"/>
      <dgm:spPr/>
    </dgm:pt>
    <dgm:pt modelId="{FA2696A3-0C81-442A-81C2-ED1ADBF618E4}" type="pres">
      <dgm:prSet presAssocID="{2847C325-E916-4E0F-AAF3-DC8E3B9973B5}" presName="compNode" presStyleCnt="0"/>
      <dgm:spPr/>
    </dgm:pt>
    <dgm:pt modelId="{0187265B-1E81-4653-8193-0EEF3B6B170C}" type="pres">
      <dgm:prSet presAssocID="{2847C325-E916-4E0F-AAF3-DC8E3B9973B5}" presName="dummyConnPt" presStyleCnt="0"/>
      <dgm:spPr/>
    </dgm:pt>
    <dgm:pt modelId="{6F3106C7-AD04-4C16-8ED4-CB5CAFB5E575}" type="pres">
      <dgm:prSet presAssocID="{2847C325-E916-4E0F-AAF3-DC8E3B9973B5}" presName="node" presStyleLbl="node1" presStyleIdx="8" presStyleCnt="12">
        <dgm:presLayoutVars>
          <dgm:bulletEnabled val="1"/>
        </dgm:presLayoutVars>
      </dgm:prSet>
      <dgm:spPr/>
    </dgm:pt>
    <dgm:pt modelId="{755200CF-54A0-44F4-852B-F8115906F95F}" type="pres">
      <dgm:prSet presAssocID="{D1983862-A62E-4C95-B1AA-9ED3B94517AD}" presName="sibTrans" presStyleLbl="bgSibTrans2D1" presStyleIdx="8" presStyleCnt="11"/>
      <dgm:spPr/>
    </dgm:pt>
    <dgm:pt modelId="{1A085CA8-7B81-4B95-B484-78BA7B1F4E7E}" type="pres">
      <dgm:prSet presAssocID="{2C3EC1D4-56C1-422B-BCB7-1092ED4A8C19}" presName="compNode" presStyleCnt="0"/>
      <dgm:spPr/>
    </dgm:pt>
    <dgm:pt modelId="{AEF473D3-BFD7-4BBB-AE18-D35FD3EF7F5E}" type="pres">
      <dgm:prSet presAssocID="{2C3EC1D4-56C1-422B-BCB7-1092ED4A8C19}" presName="dummyConnPt" presStyleCnt="0"/>
      <dgm:spPr/>
    </dgm:pt>
    <dgm:pt modelId="{896225C7-F24F-473F-9581-081786127DE9}" type="pres">
      <dgm:prSet presAssocID="{2C3EC1D4-56C1-422B-BCB7-1092ED4A8C19}" presName="node" presStyleLbl="node1" presStyleIdx="9" presStyleCnt="12">
        <dgm:presLayoutVars>
          <dgm:bulletEnabled val="1"/>
        </dgm:presLayoutVars>
      </dgm:prSet>
      <dgm:spPr/>
    </dgm:pt>
    <dgm:pt modelId="{ACF88974-493D-4B0E-8238-A35C40AFAAF9}" type="pres">
      <dgm:prSet presAssocID="{A9671E0F-DA91-4452-B270-C1CE80BFDC89}" presName="sibTrans" presStyleLbl="bgSibTrans2D1" presStyleIdx="9" presStyleCnt="11"/>
      <dgm:spPr/>
    </dgm:pt>
    <dgm:pt modelId="{585B7C20-3042-4915-BA65-A67115590DC2}" type="pres">
      <dgm:prSet presAssocID="{A1AB3116-A8F5-4ED2-870A-B59A62CA8C57}" presName="compNode" presStyleCnt="0"/>
      <dgm:spPr/>
    </dgm:pt>
    <dgm:pt modelId="{A60C4DF2-03AF-4CF2-A8BB-A80CA4DBD149}" type="pres">
      <dgm:prSet presAssocID="{A1AB3116-A8F5-4ED2-870A-B59A62CA8C57}" presName="dummyConnPt" presStyleCnt="0"/>
      <dgm:spPr/>
    </dgm:pt>
    <dgm:pt modelId="{BD6D46BE-3634-4E91-AF5D-397448E6EA3D}" type="pres">
      <dgm:prSet presAssocID="{A1AB3116-A8F5-4ED2-870A-B59A62CA8C57}" presName="node" presStyleLbl="node1" presStyleIdx="10" presStyleCnt="12" custScaleX="114484">
        <dgm:presLayoutVars>
          <dgm:bulletEnabled val="1"/>
        </dgm:presLayoutVars>
      </dgm:prSet>
      <dgm:spPr/>
    </dgm:pt>
    <dgm:pt modelId="{84BAC5D4-FC74-4158-AC6E-7A15931743D8}" type="pres">
      <dgm:prSet presAssocID="{975FDBA3-C271-486B-A535-60453BA3C814}" presName="sibTrans" presStyleLbl="bgSibTrans2D1" presStyleIdx="10" presStyleCnt="11"/>
      <dgm:spPr/>
    </dgm:pt>
    <dgm:pt modelId="{E270E83F-642B-46A5-894D-2B748FC1774F}" type="pres">
      <dgm:prSet presAssocID="{A2946CD4-4648-49AF-AD64-123C560A95F4}" presName="compNode" presStyleCnt="0"/>
      <dgm:spPr/>
    </dgm:pt>
    <dgm:pt modelId="{2E3FA40A-087C-4C53-85D7-17E176DD46E7}" type="pres">
      <dgm:prSet presAssocID="{A2946CD4-4648-49AF-AD64-123C560A95F4}" presName="dummyConnPt" presStyleCnt="0"/>
      <dgm:spPr/>
    </dgm:pt>
    <dgm:pt modelId="{280FAB7C-4470-4521-86CC-3FFDA401726F}" type="pres">
      <dgm:prSet presAssocID="{A2946CD4-4648-49AF-AD64-123C560A95F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F009A00-73F6-4FE6-8111-20B23842F337}" srcId="{5E74A3DE-5D91-4630-B0B9-AEA2C880C734}" destId="{2847C325-E916-4E0F-AAF3-DC8E3B9973B5}" srcOrd="8" destOrd="0" parTransId="{026CE59B-2A74-4754-A224-2941C236F6C8}" sibTransId="{D1983862-A62E-4C95-B1AA-9ED3B94517AD}"/>
    <dgm:cxn modelId="{F6C75407-29E4-4780-99B8-00D0BDCEF89F}" type="presOf" srcId="{C04B7B8D-7B9B-48EF-8981-592FE0B9566D}" destId="{2652D94E-617B-46C8-B1F4-764B0720A550}" srcOrd="0" destOrd="0" presId="urn:microsoft.com/office/officeart/2005/8/layout/bProcess4"/>
    <dgm:cxn modelId="{9C954C1A-DE5F-4D4A-B516-D559DB77F7D7}" type="presOf" srcId="{FEF7014F-D336-4C92-AC26-DEAA689C473D}" destId="{BF9F290A-A73D-496E-9001-510347B3CDBC}" srcOrd="0" destOrd="0" presId="urn:microsoft.com/office/officeart/2005/8/layout/bProcess4"/>
    <dgm:cxn modelId="{A591AE24-2CEE-4E6D-A629-81CBD8304D0C}" type="presOf" srcId="{A1AB3116-A8F5-4ED2-870A-B59A62CA8C57}" destId="{BD6D46BE-3634-4E91-AF5D-397448E6EA3D}" srcOrd="0" destOrd="0" presId="urn:microsoft.com/office/officeart/2005/8/layout/bProcess4"/>
    <dgm:cxn modelId="{B6191F28-5289-4445-A4D8-FA45830D89A6}" srcId="{5E74A3DE-5D91-4630-B0B9-AEA2C880C734}" destId="{8A410DE0-A84D-4780-9929-9687D4D35E14}" srcOrd="0" destOrd="0" parTransId="{6BB98D2B-8CC0-4DBE-8D87-5A33217A9E14}" sibTransId="{E9780906-BAFE-418C-AC3E-70E9815F964A}"/>
    <dgm:cxn modelId="{B9BBC731-0330-4B12-926D-9956BF1F53C8}" type="presOf" srcId="{15144A74-3352-49BE-8F1D-E49A974502D5}" destId="{0A9D7BE3-835A-4D38-BDA2-DD3176B48E84}" srcOrd="0" destOrd="0" presId="urn:microsoft.com/office/officeart/2005/8/layout/bProcess4"/>
    <dgm:cxn modelId="{A292F034-3DE9-4E4C-821B-680FD8685D63}" srcId="{5E74A3DE-5D91-4630-B0B9-AEA2C880C734}" destId="{99482AD3-F4D8-40D5-89BE-9E9BCF982885}" srcOrd="5" destOrd="0" parTransId="{CEC0E692-93C9-4B8E-A788-E80FB2423A7E}" sibTransId="{FEF7014F-D336-4C92-AC26-DEAA689C473D}"/>
    <dgm:cxn modelId="{69206035-FFA0-4723-B791-0CE6B544D96A}" type="presOf" srcId="{975FDBA3-C271-486B-A535-60453BA3C814}" destId="{84BAC5D4-FC74-4158-AC6E-7A15931743D8}" srcOrd="0" destOrd="0" presId="urn:microsoft.com/office/officeart/2005/8/layout/bProcess4"/>
    <dgm:cxn modelId="{7EF2CA37-BD72-484A-938E-66293832E77E}" type="presOf" srcId="{99482AD3-F4D8-40D5-89BE-9E9BCF982885}" destId="{DEA29A96-92EF-4627-8F1E-862EB12CFF3E}" srcOrd="0" destOrd="0" presId="urn:microsoft.com/office/officeart/2005/8/layout/bProcess4"/>
    <dgm:cxn modelId="{7A660C3A-EFEE-4DF6-A51E-158493F8A2AA}" type="presOf" srcId="{5E74A3DE-5D91-4630-B0B9-AEA2C880C734}" destId="{0B368282-BBDC-4D83-B116-6EDC5D59852F}" srcOrd="0" destOrd="0" presId="urn:microsoft.com/office/officeart/2005/8/layout/bProcess4"/>
    <dgm:cxn modelId="{6B56703E-B76D-49D1-B9A7-1A9178D1B296}" srcId="{5E74A3DE-5D91-4630-B0B9-AEA2C880C734}" destId="{7D5B27FC-897C-4EDC-BADE-F44B5AFE3983}" srcOrd="3" destOrd="0" parTransId="{AAF1F7AE-71B3-4E02-8934-501D6853DA73}" sibTransId="{37BBF3D3-9AA1-4D01-9AD1-23B3B39805A1}"/>
    <dgm:cxn modelId="{A5B5B13F-998A-4FFD-92C7-CC6673E1D074}" type="presOf" srcId="{90881EEF-62F2-48EC-9234-B24268308FB3}" destId="{10297F34-24B3-4511-9F30-39CE7B2325BE}" srcOrd="0" destOrd="0" presId="urn:microsoft.com/office/officeart/2005/8/layout/bProcess4"/>
    <dgm:cxn modelId="{518D236C-1ABF-4E82-A928-24F964E9708F}" srcId="{5E74A3DE-5D91-4630-B0B9-AEA2C880C734}" destId="{2C3EC1D4-56C1-422B-BCB7-1092ED4A8C19}" srcOrd="9" destOrd="0" parTransId="{5DE1F10B-F6DA-4679-9B1A-59C3E4D4D77D}" sibTransId="{A9671E0F-DA91-4452-B270-C1CE80BFDC89}"/>
    <dgm:cxn modelId="{18199255-AA14-4045-B2BF-01D6A8965BEF}" type="presOf" srcId="{B9A4BE42-FCBB-405B-85DA-F02FDD751004}" destId="{EFB71A2D-9BB8-4754-B8D5-8709A5F69776}" srcOrd="0" destOrd="0" presId="urn:microsoft.com/office/officeart/2005/8/layout/bProcess4"/>
    <dgm:cxn modelId="{8B5D977A-C32B-4579-82D6-4579CB75DE4F}" type="presOf" srcId="{A9671E0F-DA91-4452-B270-C1CE80BFDC89}" destId="{ACF88974-493D-4B0E-8238-A35C40AFAAF9}" srcOrd="0" destOrd="0" presId="urn:microsoft.com/office/officeart/2005/8/layout/bProcess4"/>
    <dgm:cxn modelId="{7DD6037D-A01E-4BFE-9E35-DE28346F6A7B}" type="presOf" srcId="{08265850-3C17-4F3D-9180-0279CD022302}" destId="{E6ED1DC6-3A15-4B3A-B750-1C92F42A857C}" srcOrd="0" destOrd="0" presId="urn:microsoft.com/office/officeart/2005/8/layout/bProcess4"/>
    <dgm:cxn modelId="{EA5E2886-A03D-457E-9390-012968628FDA}" type="presOf" srcId="{8CAE1921-326A-4D73-88F5-B231714E530F}" destId="{26DD012A-EBF9-4740-9DEE-94084C33905A}" srcOrd="0" destOrd="0" presId="urn:microsoft.com/office/officeart/2005/8/layout/bProcess4"/>
    <dgm:cxn modelId="{EF9B949A-BDF3-4E76-A82A-DB9F617D5E39}" type="presOf" srcId="{8A410DE0-A84D-4780-9929-9687D4D35E14}" destId="{182DAB28-F5BC-40F4-B594-AF1B800D8BDD}" srcOrd="0" destOrd="0" presId="urn:microsoft.com/office/officeart/2005/8/layout/bProcess4"/>
    <dgm:cxn modelId="{33867DA7-DA23-446C-8C70-83E05B9091EE}" srcId="{5E74A3DE-5D91-4630-B0B9-AEA2C880C734}" destId="{A1AB3116-A8F5-4ED2-870A-B59A62CA8C57}" srcOrd="10" destOrd="0" parTransId="{158C29BE-2FE2-49E7-BB0A-F2D30194F9F7}" sibTransId="{975FDBA3-C271-486B-A535-60453BA3C814}"/>
    <dgm:cxn modelId="{EB9D7BA8-D893-4ACB-94AF-2FDCEB02035D}" type="presOf" srcId="{6B18F306-1F5E-46E6-BDBD-45797A74DDCF}" destId="{A95C35A5-6565-4F73-8043-DB2BB05DDE74}" srcOrd="0" destOrd="0" presId="urn:microsoft.com/office/officeart/2005/8/layout/bProcess4"/>
    <dgm:cxn modelId="{637979AB-0178-42E0-92AF-19519FE5EE51}" srcId="{5E74A3DE-5D91-4630-B0B9-AEA2C880C734}" destId="{15144A74-3352-49BE-8F1D-E49A974502D5}" srcOrd="2" destOrd="0" parTransId="{EEB4483D-F333-4109-935A-2097195A1673}" sibTransId="{89CC25B7-8F4A-4601-88F7-DC3DCA88F5B4}"/>
    <dgm:cxn modelId="{D818B8AC-1AC8-463D-A9C8-1FDBFD14486F}" type="presOf" srcId="{D1983862-A62E-4C95-B1AA-9ED3B94517AD}" destId="{755200CF-54A0-44F4-852B-F8115906F95F}" srcOrd="0" destOrd="0" presId="urn:microsoft.com/office/officeart/2005/8/layout/bProcess4"/>
    <dgm:cxn modelId="{36ACB9B1-D2B9-434B-BCAF-4B1D9EDD5A2B}" type="presOf" srcId="{2847C325-E916-4E0F-AAF3-DC8E3B9973B5}" destId="{6F3106C7-AD04-4C16-8ED4-CB5CAFB5E575}" srcOrd="0" destOrd="0" presId="urn:microsoft.com/office/officeart/2005/8/layout/bProcess4"/>
    <dgm:cxn modelId="{F9A2D8B1-3ACC-427F-9C0A-A36F2F51BA80}" srcId="{5E74A3DE-5D91-4630-B0B9-AEA2C880C734}" destId="{08265850-3C17-4F3D-9180-0279CD022302}" srcOrd="6" destOrd="0" parTransId="{A1130969-2F43-425B-BF81-89AD77A37833}" sibTransId="{18653E05-DB72-4F17-B8C8-ED5560A64AE6}"/>
    <dgm:cxn modelId="{084DBCBA-E304-47F7-B26F-EE717A5B3968}" type="presOf" srcId="{89CC25B7-8F4A-4601-88F7-DC3DCA88F5B4}" destId="{0D2E48E3-A5A9-4502-8785-8E281174EFAE}" srcOrd="0" destOrd="0" presId="urn:microsoft.com/office/officeart/2005/8/layout/bProcess4"/>
    <dgm:cxn modelId="{B24358BC-1CBA-40EC-9850-7EFF4904D7B4}" type="presOf" srcId="{7D5B27FC-897C-4EDC-BADE-F44B5AFE3983}" destId="{D0139562-E026-4A60-97CA-63FAA81D076B}" srcOrd="0" destOrd="0" presId="urn:microsoft.com/office/officeart/2005/8/layout/bProcess4"/>
    <dgm:cxn modelId="{FA278BC6-634A-4E1A-B6C1-C5CD3BFEECAA}" type="presOf" srcId="{2C3EC1D4-56C1-422B-BCB7-1092ED4A8C19}" destId="{896225C7-F24F-473F-9581-081786127DE9}" srcOrd="0" destOrd="0" presId="urn:microsoft.com/office/officeart/2005/8/layout/bProcess4"/>
    <dgm:cxn modelId="{711FC4CE-13CC-4E24-9E91-32000148FC6F}" type="presOf" srcId="{1D968D80-193D-40CA-AD3C-A8B1F709EFF8}" destId="{F6783476-7880-486F-8A19-AD6443E17613}" srcOrd="0" destOrd="0" presId="urn:microsoft.com/office/officeart/2005/8/layout/bProcess4"/>
    <dgm:cxn modelId="{943AB0D3-0BF2-4FA1-B558-709A4F7ED470}" srcId="{5E74A3DE-5D91-4630-B0B9-AEA2C880C734}" destId="{90881EEF-62F2-48EC-9234-B24268308FB3}" srcOrd="1" destOrd="0" parTransId="{5EF76278-B406-49D6-9071-D0992F562C2F}" sibTransId="{1D968D80-193D-40CA-AD3C-A8B1F709EFF8}"/>
    <dgm:cxn modelId="{D0C96DD6-A251-425D-AED6-00A951F7386A}" type="presOf" srcId="{37BBF3D3-9AA1-4D01-9AD1-23B3B39805A1}" destId="{D273A848-8F4D-4694-B756-1CCB40FE6C6F}" srcOrd="0" destOrd="0" presId="urn:microsoft.com/office/officeart/2005/8/layout/bProcess4"/>
    <dgm:cxn modelId="{7DB1D9DC-28C3-410D-8817-515CC846506E}" srcId="{5E74A3DE-5D91-4630-B0B9-AEA2C880C734}" destId="{A2946CD4-4648-49AF-AD64-123C560A95F4}" srcOrd="11" destOrd="0" parTransId="{CD691DFF-43A8-441A-881C-A5D2C639571C}" sibTransId="{8D33A13B-7A4F-4DF6-9024-B3E7FBDE764E}"/>
    <dgm:cxn modelId="{E83598DF-1F35-4650-A2D8-64416AADF4BA}" type="presOf" srcId="{A2946CD4-4648-49AF-AD64-123C560A95F4}" destId="{280FAB7C-4470-4521-86CC-3FFDA401726F}" srcOrd="0" destOrd="0" presId="urn:microsoft.com/office/officeart/2005/8/layout/bProcess4"/>
    <dgm:cxn modelId="{D75628E4-F439-4C1F-A77E-55BC5E973D87}" srcId="{5E74A3DE-5D91-4630-B0B9-AEA2C880C734}" destId="{6B18F306-1F5E-46E6-BDBD-45797A74DDCF}" srcOrd="4" destOrd="0" parTransId="{F75418FF-3AF0-4473-98FE-A59E093C4FEC}" sibTransId="{C04B7B8D-7B9B-48EF-8981-592FE0B9566D}"/>
    <dgm:cxn modelId="{6E6962E4-F0EF-473A-B015-2A946EE20423}" type="presOf" srcId="{E9780906-BAFE-418C-AC3E-70E9815F964A}" destId="{B475E1B2-53E2-425E-8491-B8E1A9003B05}" srcOrd="0" destOrd="0" presId="urn:microsoft.com/office/officeart/2005/8/layout/bProcess4"/>
    <dgm:cxn modelId="{81A782EC-C42B-4ED3-B535-C2FCA0603728}" type="presOf" srcId="{18653E05-DB72-4F17-B8C8-ED5560A64AE6}" destId="{8E31938D-4183-44F3-8FC5-A1EA2E7DC1AB}" srcOrd="0" destOrd="0" presId="urn:microsoft.com/office/officeart/2005/8/layout/bProcess4"/>
    <dgm:cxn modelId="{E8A36CFB-3F5E-4AE2-80B6-16296FBD127D}" srcId="{5E74A3DE-5D91-4630-B0B9-AEA2C880C734}" destId="{B9A4BE42-FCBB-405B-85DA-F02FDD751004}" srcOrd="7" destOrd="0" parTransId="{339D62E2-3673-4E10-99B7-8CA7E8BDB371}" sibTransId="{8CAE1921-326A-4D73-88F5-B231714E530F}"/>
    <dgm:cxn modelId="{20F338AD-1C14-46FA-B420-8DF714929FAB}" type="presParOf" srcId="{0B368282-BBDC-4D83-B116-6EDC5D59852F}" destId="{B4E6E67D-DB16-457E-AD3D-FEDE76130205}" srcOrd="0" destOrd="0" presId="urn:microsoft.com/office/officeart/2005/8/layout/bProcess4"/>
    <dgm:cxn modelId="{A86AFDD1-DA4E-472D-B120-07AF9C5A1E28}" type="presParOf" srcId="{B4E6E67D-DB16-457E-AD3D-FEDE76130205}" destId="{0E3D47E2-D2D7-4A17-997D-2CD70B07FC6F}" srcOrd="0" destOrd="0" presId="urn:microsoft.com/office/officeart/2005/8/layout/bProcess4"/>
    <dgm:cxn modelId="{0B7365A7-3BEC-471B-AD56-BAA20EC01B3B}" type="presParOf" srcId="{B4E6E67D-DB16-457E-AD3D-FEDE76130205}" destId="{182DAB28-F5BC-40F4-B594-AF1B800D8BDD}" srcOrd="1" destOrd="0" presId="urn:microsoft.com/office/officeart/2005/8/layout/bProcess4"/>
    <dgm:cxn modelId="{C9BA39AA-80AE-4226-B19F-BFB907A14A43}" type="presParOf" srcId="{0B368282-BBDC-4D83-B116-6EDC5D59852F}" destId="{B475E1B2-53E2-425E-8491-B8E1A9003B05}" srcOrd="1" destOrd="0" presId="urn:microsoft.com/office/officeart/2005/8/layout/bProcess4"/>
    <dgm:cxn modelId="{A033A7DD-7386-4045-B2AB-854187477684}" type="presParOf" srcId="{0B368282-BBDC-4D83-B116-6EDC5D59852F}" destId="{BE24EBA6-9CF5-48A1-93F9-5684F6DBCC29}" srcOrd="2" destOrd="0" presId="urn:microsoft.com/office/officeart/2005/8/layout/bProcess4"/>
    <dgm:cxn modelId="{A0BB1B71-C269-4BBD-9974-B9EF0F972678}" type="presParOf" srcId="{BE24EBA6-9CF5-48A1-93F9-5684F6DBCC29}" destId="{0B7B34A0-9B5A-4AE6-846F-2437CCA309E9}" srcOrd="0" destOrd="0" presId="urn:microsoft.com/office/officeart/2005/8/layout/bProcess4"/>
    <dgm:cxn modelId="{F1E508AF-DAE3-472F-8186-367A33088586}" type="presParOf" srcId="{BE24EBA6-9CF5-48A1-93F9-5684F6DBCC29}" destId="{10297F34-24B3-4511-9F30-39CE7B2325BE}" srcOrd="1" destOrd="0" presId="urn:microsoft.com/office/officeart/2005/8/layout/bProcess4"/>
    <dgm:cxn modelId="{F0510E2F-A045-4041-8B74-C65C05D500A7}" type="presParOf" srcId="{0B368282-BBDC-4D83-B116-6EDC5D59852F}" destId="{F6783476-7880-486F-8A19-AD6443E17613}" srcOrd="3" destOrd="0" presId="urn:microsoft.com/office/officeart/2005/8/layout/bProcess4"/>
    <dgm:cxn modelId="{EBFEE0CC-324A-4326-A150-4A1FE9507353}" type="presParOf" srcId="{0B368282-BBDC-4D83-B116-6EDC5D59852F}" destId="{192E86E1-FBDF-496F-8996-C40C85AE8ACD}" srcOrd="4" destOrd="0" presId="urn:microsoft.com/office/officeart/2005/8/layout/bProcess4"/>
    <dgm:cxn modelId="{B8593FC1-AB2B-437A-8C6B-A41B8F75ABC9}" type="presParOf" srcId="{192E86E1-FBDF-496F-8996-C40C85AE8ACD}" destId="{53E7CE2D-84F3-4D00-8677-E42A0D483039}" srcOrd="0" destOrd="0" presId="urn:microsoft.com/office/officeart/2005/8/layout/bProcess4"/>
    <dgm:cxn modelId="{435D6871-BB26-4057-9693-DBF5BB0AA5F1}" type="presParOf" srcId="{192E86E1-FBDF-496F-8996-C40C85AE8ACD}" destId="{0A9D7BE3-835A-4D38-BDA2-DD3176B48E84}" srcOrd="1" destOrd="0" presId="urn:microsoft.com/office/officeart/2005/8/layout/bProcess4"/>
    <dgm:cxn modelId="{4F011DFE-4088-4C47-963A-43D21988CFBE}" type="presParOf" srcId="{0B368282-BBDC-4D83-B116-6EDC5D59852F}" destId="{0D2E48E3-A5A9-4502-8785-8E281174EFAE}" srcOrd="5" destOrd="0" presId="urn:microsoft.com/office/officeart/2005/8/layout/bProcess4"/>
    <dgm:cxn modelId="{13A54D06-39F9-4590-9430-E0E6997FF7C0}" type="presParOf" srcId="{0B368282-BBDC-4D83-B116-6EDC5D59852F}" destId="{C02CE34E-326A-4719-91D3-50A7EA8AD653}" srcOrd="6" destOrd="0" presId="urn:microsoft.com/office/officeart/2005/8/layout/bProcess4"/>
    <dgm:cxn modelId="{855D8088-A187-48FB-8D68-EDB6F006B29B}" type="presParOf" srcId="{C02CE34E-326A-4719-91D3-50A7EA8AD653}" destId="{FF54EDA2-45A1-458C-BDFA-2D382F84F787}" srcOrd="0" destOrd="0" presId="urn:microsoft.com/office/officeart/2005/8/layout/bProcess4"/>
    <dgm:cxn modelId="{C76E86EC-4839-40CD-8A1E-85E36A050C5C}" type="presParOf" srcId="{C02CE34E-326A-4719-91D3-50A7EA8AD653}" destId="{D0139562-E026-4A60-97CA-63FAA81D076B}" srcOrd="1" destOrd="0" presId="urn:microsoft.com/office/officeart/2005/8/layout/bProcess4"/>
    <dgm:cxn modelId="{3F4A22EE-F307-4C32-8C6C-776198DC37D4}" type="presParOf" srcId="{0B368282-BBDC-4D83-B116-6EDC5D59852F}" destId="{D273A848-8F4D-4694-B756-1CCB40FE6C6F}" srcOrd="7" destOrd="0" presId="urn:microsoft.com/office/officeart/2005/8/layout/bProcess4"/>
    <dgm:cxn modelId="{FCE94B45-3EE7-4153-9A14-EE5B0281F445}" type="presParOf" srcId="{0B368282-BBDC-4D83-B116-6EDC5D59852F}" destId="{CF47440B-16F1-4C1F-974A-AE34EA9D8648}" srcOrd="8" destOrd="0" presId="urn:microsoft.com/office/officeart/2005/8/layout/bProcess4"/>
    <dgm:cxn modelId="{2EB0D404-0670-4B06-BF6C-D12279AE55A1}" type="presParOf" srcId="{CF47440B-16F1-4C1F-974A-AE34EA9D8648}" destId="{A86E2FBF-7A28-4CBB-A840-9781531C13BD}" srcOrd="0" destOrd="0" presId="urn:microsoft.com/office/officeart/2005/8/layout/bProcess4"/>
    <dgm:cxn modelId="{1AA939BC-A8B0-495B-89D9-49800EB970B5}" type="presParOf" srcId="{CF47440B-16F1-4C1F-974A-AE34EA9D8648}" destId="{A95C35A5-6565-4F73-8043-DB2BB05DDE74}" srcOrd="1" destOrd="0" presId="urn:microsoft.com/office/officeart/2005/8/layout/bProcess4"/>
    <dgm:cxn modelId="{C29DB061-5C26-408F-B9FF-87F0DCBA0BD0}" type="presParOf" srcId="{0B368282-BBDC-4D83-B116-6EDC5D59852F}" destId="{2652D94E-617B-46C8-B1F4-764B0720A550}" srcOrd="9" destOrd="0" presId="urn:microsoft.com/office/officeart/2005/8/layout/bProcess4"/>
    <dgm:cxn modelId="{FC0FFE72-495A-4341-8851-D70F785DB554}" type="presParOf" srcId="{0B368282-BBDC-4D83-B116-6EDC5D59852F}" destId="{B47ADD0B-C4AD-4093-A022-516E07186255}" srcOrd="10" destOrd="0" presId="urn:microsoft.com/office/officeart/2005/8/layout/bProcess4"/>
    <dgm:cxn modelId="{F11D0189-2058-471C-8244-EA94410EAC03}" type="presParOf" srcId="{B47ADD0B-C4AD-4093-A022-516E07186255}" destId="{4579C124-E9A6-4084-A0AD-2666E45DBD41}" srcOrd="0" destOrd="0" presId="urn:microsoft.com/office/officeart/2005/8/layout/bProcess4"/>
    <dgm:cxn modelId="{1B093626-DD79-406E-B070-7EFE6DB8C417}" type="presParOf" srcId="{B47ADD0B-C4AD-4093-A022-516E07186255}" destId="{DEA29A96-92EF-4627-8F1E-862EB12CFF3E}" srcOrd="1" destOrd="0" presId="urn:microsoft.com/office/officeart/2005/8/layout/bProcess4"/>
    <dgm:cxn modelId="{206157A1-7B2D-4217-9B6A-3AAF87135340}" type="presParOf" srcId="{0B368282-BBDC-4D83-B116-6EDC5D59852F}" destId="{BF9F290A-A73D-496E-9001-510347B3CDBC}" srcOrd="11" destOrd="0" presId="urn:microsoft.com/office/officeart/2005/8/layout/bProcess4"/>
    <dgm:cxn modelId="{7F2F9F86-42B5-456A-A94F-A9C331E35E41}" type="presParOf" srcId="{0B368282-BBDC-4D83-B116-6EDC5D59852F}" destId="{1F8D2914-CABB-4617-9F22-91D778123576}" srcOrd="12" destOrd="0" presId="urn:microsoft.com/office/officeart/2005/8/layout/bProcess4"/>
    <dgm:cxn modelId="{55E5A5B2-B47B-41B0-83D6-2D6000D5F97A}" type="presParOf" srcId="{1F8D2914-CABB-4617-9F22-91D778123576}" destId="{8A14036E-6BCD-42E9-8469-302872A464F5}" srcOrd="0" destOrd="0" presId="urn:microsoft.com/office/officeart/2005/8/layout/bProcess4"/>
    <dgm:cxn modelId="{B53083D2-F5DA-49CD-B92A-E3DF051104C7}" type="presParOf" srcId="{1F8D2914-CABB-4617-9F22-91D778123576}" destId="{E6ED1DC6-3A15-4B3A-B750-1C92F42A857C}" srcOrd="1" destOrd="0" presId="urn:microsoft.com/office/officeart/2005/8/layout/bProcess4"/>
    <dgm:cxn modelId="{B0E4D77D-59BD-4AFD-B29F-6E3E61E402D6}" type="presParOf" srcId="{0B368282-BBDC-4D83-B116-6EDC5D59852F}" destId="{8E31938D-4183-44F3-8FC5-A1EA2E7DC1AB}" srcOrd="13" destOrd="0" presId="urn:microsoft.com/office/officeart/2005/8/layout/bProcess4"/>
    <dgm:cxn modelId="{C96CCE9C-7C60-431E-BB0A-B14B6BE5EFE3}" type="presParOf" srcId="{0B368282-BBDC-4D83-B116-6EDC5D59852F}" destId="{1461F275-9E01-45BA-A388-B04757718FB0}" srcOrd="14" destOrd="0" presId="urn:microsoft.com/office/officeart/2005/8/layout/bProcess4"/>
    <dgm:cxn modelId="{A2B168B6-58B2-45AB-AE6E-55FAB362E38F}" type="presParOf" srcId="{1461F275-9E01-45BA-A388-B04757718FB0}" destId="{97BEBEEE-52AB-4614-97F8-7FF5CE79D525}" srcOrd="0" destOrd="0" presId="urn:microsoft.com/office/officeart/2005/8/layout/bProcess4"/>
    <dgm:cxn modelId="{69F74A2C-2EA3-4702-8257-53154169780F}" type="presParOf" srcId="{1461F275-9E01-45BA-A388-B04757718FB0}" destId="{EFB71A2D-9BB8-4754-B8D5-8709A5F69776}" srcOrd="1" destOrd="0" presId="urn:microsoft.com/office/officeart/2005/8/layout/bProcess4"/>
    <dgm:cxn modelId="{CF98EF40-9508-45B3-9413-BE6A40759B63}" type="presParOf" srcId="{0B368282-BBDC-4D83-B116-6EDC5D59852F}" destId="{26DD012A-EBF9-4740-9DEE-94084C33905A}" srcOrd="15" destOrd="0" presId="urn:microsoft.com/office/officeart/2005/8/layout/bProcess4"/>
    <dgm:cxn modelId="{A1984639-7D6F-44D9-8537-9EE48B5B1D0F}" type="presParOf" srcId="{0B368282-BBDC-4D83-B116-6EDC5D59852F}" destId="{FA2696A3-0C81-442A-81C2-ED1ADBF618E4}" srcOrd="16" destOrd="0" presId="urn:microsoft.com/office/officeart/2005/8/layout/bProcess4"/>
    <dgm:cxn modelId="{DBC77E76-6609-4C1A-8EEE-6C0544685CDE}" type="presParOf" srcId="{FA2696A3-0C81-442A-81C2-ED1ADBF618E4}" destId="{0187265B-1E81-4653-8193-0EEF3B6B170C}" srcOrd="0" destOrd="0" presId="urn:microsoft.com/office/officeart/2005/8/layout/bProcess4"/>
    <dgm:cxn modelId="{65DA627C-C282-4936-96AA-83E43E3DDD49}" type="presParOf" srcId="{FA2696A3-0C81-442A-81C2-ED1ADBF618E4}" destId="{6F3106C7-AD04-4C16-8ED4-CB5CAFB5E575}" srcOrd="1" destOrd="0" presId="urn:microsoft.com/office/officeart/2005/8/layout/bProcess4"/>
    <dgm:cxn modelId="{BBCAD095-F4C9-4EA9-8410-E5EAB6ECC01E}" type="presParOf" srcId="{0B368282-BBDC-4D83-B116-6EDC5D59852F}" destId="{755200CF-54A0-44F4-852B-F8115906F95F}" srcOrd="17" destOrd="0" presId="urn:microsoft.com/office/officeart/2005/8/layout/bProcess4"/>
    <dgm:cxn modelId="{D70FE223-4106-4480-BEE0-B69961ABC623}" type="presParOf" srcId="{0B368282-BBDC-4D83-B116-6EDC5D59852F}" destId="{1A085CA8-7B81-4B95-B484-78BA7B1F4E7E}" srcOrd="18" destOrd="0" presId="urn:microsoft.com/office/officeart/2005/8/layout/bProcess4"/>
    <dgm:cxn modelId="{B0F95A81-5658-43EE-929A-677D49A328C5}" type="presParOf" srcId="{1A085CA8-7B81-4B95-B484-78BA7B1F4E7E}" destId="{AEF473D3-BFD7-4BBB-AE18-D35FD3EF7F5E}" srcOrd="0" destOrd="0" presId="urn:microsoft.com/office/officeart/2005/8/layout/bProcess4"/>
    <dgm:cxn modelId="{DA142D3C-58A0-4DC5-B2E8-926B8E2FE97B}" type="presParOf" srcId="{1A085CA8-7B81-4B95-B484-78BA7B1F4E7E}" destId="{896225C7-F24F-473F-9581-081786127DE9}" srcOrd="1" destOrd="0" presId="urn:microsoft.com/office/officeart/2005/8/layout/bProcess4"/>
    <dgm:cxn modelId="{4AB0FE9E-62F5-4D56-9184-9E19D6611DE7}" type="presParOf" srcId="{0B368282-BBDC-4D83-B116-6EDC5D59852F}" destId="{ACF88974-493D-4B0E-8238-A35C40AFAAF9}" srcOrd="19" destOrd="0" presId="urn:microsoft.com/office/officeart/2005/8/layout/bProcess4"/>
    <dgm:cxn modelId="{1C895B76-BF41-45ED-BFEC-FD14B57ACE71}" type="presParOf" srcId="{0B368282-BBDC-4D83-B116-6EDC5D59852F}" destId="{585B7C20-3042-4915-BA65-A67115590DC2}" srcOrd="20" destOrd="0" presId="urn:microsoft.com/office/officeart/2005/8/layout/bProcess4"/>
    <dgm:cxn modelId="{57C9491A-20D6-4FCE-8EBD-CD8A841ABDD6}" type="presParOf" srcId="{585B7C20-3042-4915-BA65-A67115590DC2}" destId="{A60C4DF2-03AF-4CF2-A8BB-A80CA4DBD149}" srcOrd="0" destOrd="0" presId="urn:microsoft.com/office/officeart/2005/8/layout/bProcess4"/>
    <dgm:cxn modelId="{2BF7EFEA-1902-413E-938A-E62028255FBE}" type="presParOf" srcId="{585B7C20-3042-4915-BA65-A67115590DC2}" destId="{BD6D46BE-3634-4E91-AF5D-397448E6EA3D}" srcOrd="1" destOrd="0" presId="urn:microsoft.com/office/officeart/2005/8/layout/bProcess4"/>
    <dgm:cxn modelId="{EF6C8347-1DB1-4A4C-8A81-F5E6B04EB884}" type="presParOf" srcId="{0B368282-BBDC-4D83-B116-6EDC5D59852F}" destId="{84BAC5D4-FC74-4158-AC6E-7A15931743D8}" srcOrd="21" destOrd="0" presId="urn:microsoft.com/office/officeart/2005/8/layout/bProcess4"/>
    <dgm:cxn modelId="{0AECA2B3-42B6-4A99-B28B-521B2E657E22}" type="presParOf" srcId="{0B368282-BBDC-4D83-B116-6EDC5D59852F}" destId="{E270E83F-642B-46A5-894D-2B748FC1774F}" srcOrd="22" destOrd="0" presId="urn:microsoft.com/office/officeart/2005/8/layout/bProcess4"/>
    <dgm:cxn modelId="{45E21FBC-7CE8-4A72-A46D-88600A8C68FE}" type="presParOf" srcId="{E270E83F-642B-46A5-894D-2B748FC1774F}" destId="{2E3FA40A-087C-4C53-85D7-17E176DD46E7}" srcOrd="0" destOrd="0" presId="urn:microsoft.com/office/officeart/2005/8/layout/bProcess4"/>
    <dgm:cxn modelId="{F5983047-ABB9-4AFB-A7A8-4CF846713948}" type="presParOf" srcId="{E270E83F-642B-46A5-894D-2B748FC1774F}" destId="{280FAB7C-4470-4521-86CC-3FFDA401726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E74A3DE-5D91-4630-B0B9-AEA2C880C73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A410DE0-A84D-4780-9929-9687D4D35E14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B98D2B-8CC0-4DBE-8D87-5A33217A9E14}" type="parTrans" cxnId="{B6191F28-5289-4445-A4D8-FA45830D89A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E9780906-BAFE-418C-AC3E-70E9815F964A}" type="sibTrans" cxnId="{B6191F28-5289-4445-A4D8-FA45830D89A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0881EEF-62F2-48EC-9234-B24268308FB3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EF76278-B406-49D6-9071-D0992F562C2F}" type="parTrans" cxnId="{943AB0D3-0BF2-4FA1-B558-709A4F7ED47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D968D80-193D-40CA-AD3C-A8B1F709EFF8}" type="sibTrans" cxnId="{943AB0D3-0BF2-4FA1-B558-709A4F7ED47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5144A74-3352-49BE-8F1D-E49A974502D5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gm:t>
    </dgm:pt>
    <dgm:pt modelId="{EEB4483D-F333-4109-935A-2097195A1673}" type="parTrans" cxnId="{637979AB-0178-42E0-92AF-19519FE5EE51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9CC25B7-8F4A-4601-88F7-DC3DCA88F5B4}" type="sibTrans" cxnId="{637979AB-0178-42E0-92AF-19519FE5EE51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7D5B27FC-897C-4EDC-BADE-F44B5AFE3983}">
      <dgm:prSet phldrT="[텍스트]" custT="1"/>
      <dgm:spPr>
        <a:solidFill>
          <a:srgbClr val="FF0000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AF1F7AE-71B3-4E02-8934-501D6853DA73}" type="parTrans" cxnId="{6B56703E-B76D-49D1-B9A7-1A9178D1B29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7BBF3D3-9AA1-4D01-9AD1-23B3B39805A1}" type="sibTrans" cxnId="{6B56703E-B76D-49D1-B9A7-1A9178D1B29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18F306-1F5E-46E6-BDBD-45797A74DDCF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75418FF-3AF0-4473-98FE-A59E093C4FEC}" type="parTrans" cxnId="{D75628E4-F439-4C1F-A77E-55BC5E973D87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04B7B8D-7B9B-48EF-8981-592FE0B9566D}" type="sibTrans" cxnId="{D75628E4-F439-4C1F-A77E-55BC5E973D87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9482AD3-F4D8-40D5-89BE-9E9BCF98288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EC0E692-93C9-4B8E-A788-E80FB2423A7E}" type="parTrans" cxnId="{A292F034-3DE9-4E4C-821B-680FD8685D63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EF7014F-D336-4C92-AC26-DEAA689C473D}" type="sibTrans" cxnId="{A292F034-3DE9-4E4C-821B-680FD8685D63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8265850-3C17-4F3D-9180-0279CD022302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1130969-2F43-425B-BF81-89AD77A37833}" type="parTrans" cxnId="{F9A2D8B1-3ACC-427F-9C0A-A36F2F51BA8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8653E05-DB72-4F17-B8C8-ED5560A64AE6}" type="sibTrans" cxnId="{F9A2D8B1-3ACC-427F-9C0A-A36F2F51BA8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B9A4BE42-FCBB-405B-85DA-F02FDD75100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39D62E2-3673-4E10-99B7-8CA7E8BDB371}" type="parTrans" cxnId="{E8A36CFB-3F5E-4AE2-80B6-16296FBD127D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CAE1921-326A-4D73-88F5-B231714E530F}" type="sibTrans" cxnId="{E8A36CFB-3F5E-4AE2-80B6-16296FBD127D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2847C325-E916-4E0F-AAF3-DC8E3B9973B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26CE59B-2A74-4754-A224-2941C236F6C8}" type="parTrans" cxnId="{1F009A00-73F6-4FE6-8111-20B23842F337}">
      <dgm:prSet/>
      <dgm:spPr/>
      <dgm:t>
        <a:bodyPr/>
        <a:lstStyle/>
        <a:p>
          <a:pPr latinLnBrk="1"/>
          <a:endParaRPr lang="ko-KR" altLang="en-US"/>
        </a:p>
      </dgm:t>
    </dgm:pt>
    <dgm:pt modelId="{D1983862-A62E-4C95-B1AA-9ED3B94517AD}" type="sibTrans" cxnId="{1F009A00-73F6-4FE6-8111-20B23842F337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2C3EC1D4-56C1-422B-BCB7-1092ED4A8C19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DE1F10B-F6DA-4679-9B1A-59C3E4D4D77D}" type="parTrans" cxnId="{518D236C-1ABF-4E82-A928-24F964E9708F}">
      <dgm:prSet/>
      <dgm:spPr/>
      <dgm:t>
        <a:bodyPr/>
        <a:lstStyle/>
        <a:p>
          <a:pPr latinLnBrk="1"/>
          <a:endParaRPr lang="ko-KR" altLang="en-US"/>
        </a:p>
      </dgm:t>
    </dgm:pt>
    <dgm:pt modelId="{A9671E0F-DA91-4452-B270-C1CE80BFDC89}" type="sibTrans" cxnId="{518D236C-1ABF-4E82-A928-24F964E9708F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1AB3116-A8F5-4ED2-870A-B59A62CA8C57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gm:t>
    </dgm:pt>
    <dgm:pt modelId="{158C29BE-2FE2-49E7-BB0A-F2D30194F9F7}" type="parTrans" cxnId="{33867DA7-DA23-446C-8C70-83E05B9091EE}">
      <dgm:prSet/>
      <dgm:spPr/>
      <dgm:t>
        <a:bodyPr/>
        <a:lstStyle/>
        <a:p>
          <a:pPr latinLnBrk="1"/>
          <a:endParaRPr lang="ko-KR" altLang="en-US"/>
        </a:p>
      </dgm:t>
    </dgm:pt>
    <dgm:pt modelId="{975FDBA3-C271-486B-A535-60453BA3C814}" type="sibTrans" cxnId="{33867DA7-DA23-446C-8C70-83E05B9091EE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2946CD4-4648-49AF-AD64-123C560A95F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D691DFF-43A8-441A-881C-A5D2C639571C}" type="par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8D33A13B-7A4F-4DF6-9024-B3E7FBDE764E}" type="sib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0B368282-BBDC-4D83-B116-6EDC5D59852F}" type="pres">
      <dgm:prSet presAssocID="{5E74A3DE-5D91-4630-B0B9-AEA2C880C734}" presName="Name0" presStyleCnt="0">
        <dgm:presLayoutVars>
          <dgm:dir/>
          <dgm:resizeHandles/>
        </dgm:presLayoutVars>
      </dgm:prSet>
      <dgm:spPr/>
    </dgm:pt>
    <dgm:pt modelId="{B4E6E67D-DB16-457E-AD3D-FEDE76130205}" type="pres">
      <dgm:prSet presAssocID="{8A410DE0-A84D-4780-9929-9687D4D35E14}" presName="compNode" presStyleCnt="0"/>
      <dgm:spPr/>
    </dgm:pt>
    <dgm:pt modelId="{0E3D47E2-D2D7-4A17-997D-2CD70B07FC6F}" type="pres">
      <dgm:prSet presAssocID="{8A410DE0-A84D-4780-9929-9687D4D35E14}" presName="dummyConnPt" presStyleCnt="0"/>
      <dgm:spPr/>
    </dgm:pt>
    <dgm:pt modelId="{182DAB28-F5BC-40F4-B594-AF1B800D8BDD}" type="pres">
      <dgm:prSet presAssocID="{8A410DE0-A84D-4780-9929-9687D4D35E14}" presName="node" presStyleLbl="node1" presStyleIdx="0" presStyleCnt="12">
        <dgm:presLayoutVars>
          <dgm:bulletEnabled val="1"/>
        </dgm:presLayoutVars>
      </dgm:prSet>
      <dgm:spPr/>
    </dgm:pt>
    <dgm:pt modelId="{B475E1B2-53E2-425E-8491-B8E1A9003B05}" type="pres">
      <dgm:prSet presAssocID="{E9780906-BAFE-418C-AC3E-70E9815F964A}" presName="sibTrans" presStyleLbl="bgSibTrans2D1" presStyleIdx="0" presStyleCnt="11"/>
      <dgm:spPr/>
    </dgm:pt>
    <dgm:pt modelId="{BE24EBA6-9CF5-48A1-93F9-5684F6DBCC29}" type="pres">
      <dgm:prSet presAssocID="{90881EEF-62F2-48EC-9234-B24268308FB3}" presName="compNode" presStyleCnt="0"/>
      <dgm:spPr/>
    </dgm:pt>
    <dgm:pt modelId="{0B7B34A0-9B5A-4AE6-846F-2437CCA309E9}" type="pres">
      <dgm:prSet presAssocID="{90881EEF-62F2-48EC-9234-B24268308FB3}" presName="dummyConnPt" presStyleCnt="0"/>
      <dgm:spPr/>
    </dgm:pt>
    <dgm:pt modelId="{10297F34-24B3-4511-9F30-39CE7B2325BE}" type="pres">
      <dgm:prSet presAssocID="{90881EEF-62F2-48EC-9234-B24268308FB3}" presName="node" presStyleLbl="node1" presStyleIdx="1" presStyleCnt="12">
        <dgm:presLayoutVars>
          <dgm:bulletEnabled val="1"/>
        </dgm:presLayoutVars>
      </dgm:prSet>
      <dgm:spPr/>
    </dgm:pt>
    <dgm:pt modelId="{F6783476-7880-486F-8A19-AD6443E17613}" type="pres">
      <dgm:prSet presAssocID="{1D968D80-193D-40CA-AD3C-A8B1F709EFF8}" presName="sibTrans" presStyleLbl="bgSibTrans2D1" presStyleIdx="1" presStyleCnt="11"/>
      <dgm:spPr/>
    </dgm:pt>
    <dgm:pt modelId="{192E86E1-FBDF-496F-8996-C40C85AE8ACD}" type="pres">
      <dgm:prSet presAssocID="{15144A74-3352-49BE-8F1D-E49A974502D5}" presName="compNode" presStyleCnt="0"/>
      <dgm:spPr/>
    </dgm:pt>
    <dgm:pt modelId="{53E7CE2D-84F3-4D00-8677-E42A0D483039}" type="pres">
      <dgm:prSet presAssocID="{15144A74-3352-49BE-8F1D-E49A974502D5}" presName="dummyConnPt" presStyleCnt="0"/>
      <dgm:spPr/>
    </dgm:pt>
    <dgm:pt modelId="{0A9D7BE3-835A-4D38-BDA2-DD3176B48E84}" type="pres">
      <dgm:prSet presAssocID="{15144A74-3352-49BE-8F1D-E49A974502D5}" presName="node" presStyleLbl="node1" presStyleIdx="2" presStyleCnt="12">
        <dgm:presLayoutVars>
          <dgm:bulletEnabled val="1"/>
        </dgm:presLayoutVars>
      </dgm:prSet>
      <dgm:spPr/>
    </dgm:pt>
    <dgm:pt modelId="{0D2E48E3-A5A9-4502-8785-8E281174EFAE}" type="pres">
      <dgm:prSet presAssocID="{89CC25B7-8F4A-4601-88F7-DC3DCA88F5B4}" presName="sibTrans" presStyleLbl="bgSibTrans2D1" presStyleIdx="2" presStyleCnt="11"/>
      <dgm:spPr/>
    </dgm:pt>
    <dgm:pt modelId="{C02CE34E-326A-4719-91D3-50A7EA8AD653}" type="pres">
      <dgm:prSet presAssocID="{7D5B27FC-897C-4EDC-BADE-F44B5AFE3983}" presName="compNode" presStyleCnt="0"/>
      <dgm:spPr/>
    </dgm:pt>
    <dgm:pt modelId="{FF54EDA2-45A1-458C-BDFA-2D382F84F787}" type="pres">
      <dgm:prSet presAssocID="{7D5B27FC-897C-4EDC-BADE-F44B5AFE3983}" presName="dummyConnPt" presStyleCnt="0"/>
      <dgm:spPr/>
    </dgm:pt>
    <dgm:pt modelId="{D0139562-E026-4A60-97CA-63FAA81D076B}" type="pres">
      <dgm:prSet presAssocID="{7D5B27FC-897C-4EDC-BADE-F44B5AFE3983}" presName="node" presStyleLbl="node1" presStyleIdx="3" presStyleCnt="12">
        <dgm:presLayoutVars>
          <dgm:bulletEnabled val="1"/>
        </dgm:presLayoutVars>
      </dgm:prSet>
      <dgm:spPr/>
    </dgm:pt>
    <dgm:pt modelId="{D273A848-8F4D-4694-B756-1CCB40FE6C6F}" type="pres">
      <dgm:prSet presAssocID="{37BBF3D3-9AA1-4D01-9AD1-23B3B39805A1}" presName="sibTrans" presStyleLbl="bgSibTrans2D1" presStyleIdx="3" presStyleCnt="11"/>
      <dgm:spPr/>
    </dgm:pt>
    <dgm:pt modelId="{CF47440B-16F1-4C1F-974A-AE34EA9D8648}" type="pres">
      <dgm:prSet presAssocID="{6B18F306-1F5E-46E6-BDBD-45797A74DDCF}" presName="compNode" presStyleCnt="0"/>
      <dgm:spPr/>
    </dgm:pt>
    <dgm:pt modelId="{A86E2FBF-7A28-4CBB-A840-9781531C13BD}" type="pres">
      <dgm:prSet presAssocID="{6B18F306-1F5E-46E6-BDBD-45797A74DDCF}" presName="dummyConnPt" presStyleCnt="0"/>
      <dgm:spPr/>
    </dgm:pt>
    <dgm:pt modelId="{A95C35A5-6565-4F73-8043-DB2BB05DDE74}" type="pres">
      <dgm:prSet presAssocID="{6B18F306-1F5E-46E6-BDBD-45797A74DDCF}" presName="node" presStyleLbl="node1" presStyleIdx="4" presStyleCnt="12">
        <dgm:presLayoutVars>
          <dgm:bulletEnabled val="1"/>
        </dgm:presLayoutVars>
      </dgm:prSet>
      <dgm:spPr/>
    </dgm:pt>
    <dgm:pt modelId="{2652D94E-617B-46C8-B1F4-764B0720A550}" type="pres">
      <dgm:prSet presAssocID="{C04B7B8D-7B9B-48EF-8981-592FE0B9566D}" presName="sibTrans" presStyleLbl="bgSibTrans2D1" presStyleIdx="4" presStyleCnt="11"/>
      <dgm:spPr/>
    </dgm:pt>
    <dgm:pt modelId="{B47ADD0B-C4AD-4093-A022-516E07186255}" type="pres">
      <dgm:prSet presAssocID="{99482AD3-F4D8-40D5-89BE-9E9BCF982885}" presName="compNode" presStyleCnt="0"/>
      <dgm:spPr/>
    </dgm:pt>
    <dgm:pt modelId="{4579C124-E9A6-4084-A0AD-2666E45DBD41}" type="pres">
      <dgm:prSet presAssocID="{99482AD3-F4D8-40D5-89BE-9E9BCF982885}" presName="dummyConnPt" presStyleCnt="0"/>
      <dgm:spPr/>
    </dgm:pt>
    <dgm:pt modelId="{DEA29A96-92EF-4627-8F1E-862EB12CFF3E}" type="pres">
      <dgm:prSet presAssocID="{99482AD3-F4D8-40D5-89BE-9E9BCF982885}" presName="node" presStyleLbl="node1" presStyleIdx="5" presStyleCnt="12">
        <dgm:presLayoutVars>
          <dgm:bulletEnabled val="1"/>
        </dgm:presLayoutVars>
      </dgm:prSet>
      <dgm:spPr/>
    </dgm:pt>
    <dgm:pt modelId="{BF9F290A-A73D-496E-9001-510347B3CDBC}" type="pres">
      <dgm:prSet presAssocID="{FEF7014F-D336-4C92-AC26-DEAA689C473D}" presName="sibTrans" presStyleLbl="bgSibTrans2D1" presStyleIdx="5" presStyleCnt="11"/>
      <dgm:spPr/>
    </dgm:pt>
    <dgm:pt modelId="{1F8D2914-CABB-4617-9F22-91D778123576}" type="pres">
      <dgm:prSet presAssocID="{08265850-3C17-4F3D-9180-0279CD022302}" presName="compNode" presStyleCnt="0"/>
      <dgm:spPr/>
    </dgm:pt>
    <dgm:pt modelId="{8A14036E-6BCD-42E9-8469-302872A464F5}" type="pres">
      <dgm:prSet presAssocID="{08265850-3C17-4F3D-9180-0279CD022302}" presName="dummyConnPt" presStyleCnt="0"/>
      <dgm:spPr/>
    </dgm:pt>
    <dgm:pt modelId="{E6ED1DC6-3A15-4B3A-B750-1C92F42A857C}" type="pres">
      <dgm:prSet presAssocID="{08265850-3C17-4F3D-9180-0279CD022302}" presName="node" presStyleLbl="node1" presStyleIdx="6" presStyleCnt="12">
        <dgm:presLayoutVars>
          <dgm:bulletEnabled val="1"/>
        </dgm:presLayoutVars>
      </dgm:prSet>
      <dgm:spPr/>
    </dgm:pt>
    <dgm:pt modelId="{8E31938D-4183-44F3-8FC5-A1EA2E7DC1AB}" type="pres">
      <dgm:prSet presAssocID="{18653E05-DB72-4F17-B8C8-ED5560A64AE6}" presName="sibTrans" presStyleLbl="bgSibTrans2D1" presStyleIdx="6" presStyleCnt="11"/>
      <dgm:spPr/>
    </dgm:pt>
    <dgm:pt modelId="{1461F275-9E01-45BA-A388-B04757718FB0}" type="pres">
      <dgm:prSet presAssocID="{B9A4BE42-FCBB-405B-85DA-F02FDD751004}" presName="compNode" presStyleCnt="0"/>
      <dgm:spPr/>
    </dgm:pt>
    <dgm:pt modelId="{97BEBEEE-52AB-4614-97F8-7FF5CE79D525}" type="pres">
      <dgm:prSet presAssocID="{B9A4BE42-FCBB-405B-85DA-F02FDD751004}" presName="dummyConnPt" presStyleCnt="0"/>
      <dgm:spPr/>
    </dgm:pt>
    <dgm:pt modelId="{EFB71A2D-9BB8-4754-B8D5-8709A5F69776}" type="pres">
      <dgm:prSet presAssocID="{B9A4BE42-FCBB-405B-85DA-F02FDD751004}" presName="node" presStyleLbl="node1" presStyleIdx="7" presStyleCnt="12">
        <dgm:presLayoutVars>
          <dgm:bulletEnabled val="1"/>
        </dgm:presLayoutVars>
      </dgm:prSet>
      <dgm:spPr/>
    </dgm:pt>
    <dgm:pt modelId="{26DD012A-EBF9-4740-9DEE-94084C33905A}" type="pres">
      <dgm:prSet presAssocID="{8CAE1921-326A-4D73-88F5-B231714E530F}" presName="sibTrans" presStyleLbl="bgSibTrans2D1" presStyleIdx="7" presStyleCnt="11"/>
      <dgm:spPr/>
    </dgm:pt>
    <dgm:pt modelId="{FA2696A3-0C81-442A-81C2-ED1ADBF618E4}" type="pres">
      <dgm:prSet presAssocID="{2847C325-E916-4E0F-AAF3-DC8E3B9973B5}" presName="compNode" presStyleCnt="0"/>
      <dgm:spPr/>
    </dgm:pt>
    <dgm:pt modelId="{0187265B-1E81-4653-8193-0EEF3B6B170C}" type="pres">
      <dgm:prSet presAssocID="{2847C325-E916-4E0F-AAF3-DC8E3B9973B5}" presName="dummyConnPt" presStyleCnt="0"/>
      <dgm:spPr/>
    </dgm:pt>
    <dgm:pt modelId="{6F3106C7-AD04-4C16-8ED4-CB5CAFB5E575}" type="pres">
      <dgm:prSet presAssocID="{2847C325-E916-4E0F-AAF3-DC8E3B9973B5}" presName="node" presStyleLbl="node1" presStyleIdx="8" presStyleCnt="12">
        <dgm:presLayoutVars>
          <dgm:bulletEnabled val="1"/>
        </dgm:presLayoutVars>
      </dgm:prSet>
      <dgm:spPr/>
    </dgm:pt>
    <dgm:pt modelId="{755200CF-54A0-44F4-852B-F8115906F95F}" type="pres">
      <dgm:prSet presAssocID="{D1983862-A62E-4C95-B1AA-9ED3B94517AD}" presName="sibTrans" presStyleLbl="bgSibTrans2D1" presStyleIdx="8" presStyleCnt="11"/>
      <dgm:spPr/>
    </dgm:pt>
    <dgm:pt modelId="{1A085CA8-7B81-4B95-B484-78BA7B1F4E7E}" type="pres">
      <dgm:prSet presAssocID="{2C3EC1D4-56C1-422B-BCB7-1092ED4A8C19}" presName="compNode" presStyleCnt="0"/>
      <dgm:spPr/>
    </dgm:pt>
    <dgm:pt modelId="{AEF473D3-BFD7-4BBB-AE18-D35FD3EF7F5E}" type="pres">
      <dgm:prSet presAssocID="{2C3EC1D4-56C1-422B-BCB7-1092ED4A8C19}" presName="dummyConnPt" presStyleCnt="0"/>
      <dgm:spPr/>
    </dgm:pt>
    <dgm:pt modelId="{896225C7-F24F-473F-9581-081786127DE9}" type="pres">
      <dgm:prSet presAssocID="{2C3EC1D4-56C1-422B-BCB7-1092ED4A8C19}" presName="node" presStyleLbl="node1" presStyleIdx="9" presStyleCnt="12">
        <dgm:presLayoutVars>
          <dgm:bulletEnabled val="1"/>
        </dgm:presLayoutVars>
      </dgm:prSet>
      <dgm:spPr/>
    </dgm:pt>
    <dgm:pt modelId="{ACF88974-493D-4B0E-8238-A35C40AFAAF9}" type="pres">
      <dgm:prSet presAssocID="{A9671E0F-DA91-4452-B270-C1CE80BFDC89}" presName="sibTrans" presStyleLbl="bgSibTrans2D1" presStyleIdx="9" presStyleCnt="11"/>
      <dgm:spPr/>
    </dgm:pt>
    <dgm:pt modelId="{585B7C20-3042-4915-BA65-A67115590DC2}" type="pres">
      <dgm:prSet presAssocID="{A1AB3116-A8F5-4ED2-870A-B59A62CA8C57}" presName="compNode" presStyleCnt="0"/>
      <dgm:spPr/>
    </dgm:pt>
    <dgm:pt modelId="{A60C4DF2-03AF-4CF2-A8BB-A80CA4DBD149}" type="pres">
      <dgm:prSet presAssocID="{A1AB3116-A8F5-4ED2-870A-B59A62CA8C57}" presName="dummyConnPt" presStyleCnt="0"/>
      <dgm:spPr/>
    </dgm:pt>
    <dgm:pt modelId="{BD6D46BE-3634-4E91-AF5D-397448E6EA3D}" type="pres">
      <dgm:prSet presAssocID="{A1AB3116-A8F5-4ED2-870A-B59A62CA8C57}" presName="node" presStyleLbl="node1" presStyleIdx="10" presStyleCnt="12" custScaleX="114484">
        <dgm:presLayoutVars>
          <dgm:bulletEnabled val="1"/>
        </dgm:presLayoutVars>
      </dgm:prSet>
      <dgm:spPr/>
    </dgm:pt>
    <dgm:pt modelId="{84BAC5D4-FC74-4158-AC6E-7A15931743D8}" type="pres">
      <dgm:prSet presAssocID="{975FDBA3-C271-486B-A535-60453BA3C814}" presName="sibTrans" presStyleLbl="bgSibTrans2D1" presStyleIdx="10" presStyleCnt="11"/>
      <dgm:spPr/>
    </dgm:pt>
    <dgm:pt modelId="{E270E83F-642B-46A5-894D-2B748FC1774F}" type="pres">
      <dgm:prSet presAssocID="{A2946CD4-4648-49AF-AD64-123C560A95F4}" presName="compNode" presStyleCnt="0"/>
      <dgm:spPr/>
    </dgm:pt>
    <dgm:pt modelId="{2E3FA40A-087C-4C53-85D7-17E176DD46E7}" type="pres">
      <dgm:prSet presAssocID="{A2946CD4-4648-49AF-AD64-123C560A95F4}" presName="dummyConnPt" presStyleCnt="0"/>
      <dgm:spPr/>
    </dgm:pt>
    <dgm:pt modelId="{280FAB7C-4470-4521-86CC-3FFDA401726F}" type="pres">
      <dgm:prSet presAssocID="{A2946CD4-4648-49AF-AD64-123C560A95F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F009A00-73F6-4FE6-8111-20B23842F337}" srcId="{5E74A3DE-5D91-4630-B0B9-AEA2C880C734}" destId="{2847C325-E916-4E0F-AAF3-DC8E3B9973B5}" srcOrd="8" destOrd="0" parTransId="{026CE59B-2A74-4754-A224-2941C236F6C8}" sibTransId="{D1983862-A62E-4C95-B1AA-9ED3B94517AD}"/>
    <dgm:cxn modelId="{F6C75407-29E4-4780-99B8-00D0BDCEF89F}" type="presOf" srcId="{C04B7B8D-7B9B-48EF-8981-592FE0B9566D}" destId="{2652D94E-617B-46C8-B1F4-764B0720A550}" srcOrd="0" destOrd="0" presId="urn:microsoft.com/office/officeart/2005/8/layout/bProcess4"/>
    <dgm:cxn modelId="{9C954C1A-DE5F-4D4A-B516-D559DB77F7D7}" type="presOf" srcId="{FEF7014F-D336-4C92-AC26-DEAA689C473D}" destId="{BF9F290A-A73D-496E-9001-510347B3CDBC}" srcOrd="0" destOrd="0" presId="urn:microsoft.com/office/officeart/2005/8/layout/bProcess4"/>
    <dgm:cxn modelId="{A591AE24-2CEE-4E6D-A629-81CBD8304D0C}" type="presOf" srcId="{A1AB3116-A8F5-4ED2-870A-B59A62CA8C57}" destId="{BD6D46BE-3634-4E91-AF5D-397448E6EA3D}" srcOrd="0" destOrd="0" presId="urn:microsoft.com/office/officeart/2005/8/layout/bProcess4"/>
    <dgm:cxn modelId="{B6191F28-5289-4445-A4D8-FA45830D89A6}" srcId="{5E74A3DE-5D91-4630-B0B9-AEA2C880C734}" destId="{8A410DE0-A84D-4780-9929-9687D4D35E14}" srcOrd="0" destOrd="0" parTransId="{6BB98D2B-8CC0-4DBE-8D87-5A33217A9E14}" sibTransId="{E9780906-BAFE-418C-AC3E-70E9815F964A}"/>
    <dgm:cxn modelId="{B9BBC731-0330-4B12-926D-9956BF1F53C8}" type="presOf" srcId="{15144A74-3352-49BE-8F1D-E49A974502D5}" destId="{0A9D7BE3-835A-4D38-BDA2-DD3176B48E84}" srcOrd="0" destOrd="0" presId="urn:microsoft.com/office/officeart/2005/8/layout/bProcess4"/>
    <dgm:cxn modelId="{A292F034-3DE9-4E4C-821B-680FD8685D63}" srcId="{5E74A3DE-5D91-4630-B0B9-AEA2C880C734}" destId="{99482AD3-F4D8-40D5-89BE-9E9BCF982885}" srcOrd="5" destOrd="0" parTransId="{CEC0E692-93C9-4B8E-A788-E80FB2423A7E}" sibTransId="{FEF7014F-D336-4C92-AC26-DEAA689C473D}"/>
    <dgm:cxn modelId="{69206035-FFA0-4723-B791-0CE6B544D96A}" type="presOf" srcId="{975FDBA3-C271-486B-A535-60453BA3C814}" destId="{84BAC5D4-FC74-4158-AC6E-7A15931743D8}" srcOrd="0" destOrd="0" presId="urn:microsoft.com/office/officeart/2005/8/layout/bProcess4"/>
    <dgm:cxn modelId="{7EF2CA37-BD72-484A-938E-66293832E77E}" type="presOf" srcId="{99482AD3-F4D8-40D5-89BE-9E9BCF982885}" destId="{DEA29A96-92EF-4627-8F1E-862EB12CFF3E}" srcOrd="0" destOrd="0" presId="urn:microsoft.com/office/officeart/2005/8/layout/bProcess4"/>
    <dgm:cxn modelId="{7A660C3A-EFEE-4DF6-A51E-158493F8A2AA}" type="presOf" srcId="{5E74A3DE-5D91-4630-B0B9-AEA2C880C734}" destId="{0B368282-BBDC-4D83-B116-6EDC5D59852F}" srcOrd="0" destOrd="0" presId="urn:microsoft.com/office/officeart/2005/8/layout/bProcess4"/>
    <dgm:cxn modelId="{6B56703E-B76D-49D1-B9A7-1A9178D1B296}" srcId="{5E74A3DE-5D91-4630-B0B9-AEA2C880C734}" destId="{7D5B27FC-897C-4EDC-BADE-F44B5AFE3983}" srcOrd="3" destOrd="0" parTransId="{AAF1F7AE-71B3-4E02-8934-501D6853DA73}" sibTransId="{37BBF3D3-9AA1-4D01-9AD1-23B3B39805A1}"/>
    <dgm:cxn modelId="{A5B5B13F-998A-4FFD-92C7-CC6673E1D074}" type="presOf" srcId="{90881EEF-62F2-48EC-9234-B24268308FB3}" destId="{10297F34-24B3-4511-9F30-39CE7B2325BE}" srcOrd="0" destOrd="0" presId="urn:microsoft.com/office/officeart/2005/8/layout/bProcess4"/>
    <dgm:cxn modelId="{518D236C-1ABF-4E82-A928-24F964E9708F}" srcId="{5E74A3DE-5D91-4630-B0B9-AEA2C880C734}" destId="{2C3EC1D4-56C1-422B-BCB7-1092ED4A8C19}" srcOrd="9" destOrd="0" parTransId="{5DE1F10B-F6DA-4679-9B1A-59C3E4D4D77D}" sibTransId="{A9671E0F-DA91-4452-B270-C1CE80BFDC89}"/>
    <dgm:cxn modelId="{18199255-AA14-4045-B2BF-01D6A8965BEF}" type="presOf" srcId="{B9A4BE42-FCBB-405B-85DA-F02FDD751004}" destId="{EFB71A2D-9BB8-4754-B8D5-8709A5F69776}" srcOrd="0" destOrd="0" presId="urn:microsoft.com/office/officeart/2005/8/layout/bProcess4"/>
    <dgm:cxn modelId="{8B5D977A-C32B-4579-82D6-4579CB75DE4F}" type="presOf" srcId="{A9671E0F-DA91-4452-B270-C1CE80BFDC89}" destId="{ACF88974-493D-4B0E-8238-A35C40AFAAF9}" srcOrd="0" destOrd="0" presId="urn:microsoft.com/office/officeart/2005/8/layout/bProcess4"/>
    <dgm:cxn modelId="{7DD6037D-A01E-4BFE-9E35-DE28346F6A7B}" type="presOf" srcId="{08265850-3C17-4F3D-9180-0279CD022302}" destId="{E6ED1DC6-3A15-4B3A-B750-1C92F42A857C}" srcOrd="0" destOrd="0" presId="urn:microsoft.com/office/officeart/2005/8/layout/bProcess4"/>
    <dgm:cxn modelId="{EA5E2886-A03D-457E-9390-012968628FDA}" type="presOf" srcId="{8CAE1921-326A-4D73-88F5-B231714E530F}" destId="{26DD012A-EBF9-4740-9DEE-94084C33905A}" srcOrd="0" destOrd="0" presId="urn:microsoft.com/office/officeart/2005/8/layout/bProcess4"/>
    <dgm:cxn modelId="{EF9B949A-BDF3-4E76-A82A-DB9F617D5E39}" type="presOf" srcId="{8A410DE0-A84D-4780-9929-9687D4D35E14}" destId="{182DAB28-F5BC-40F4-B594-AF1B800D8BDD}" srcOrd="0" destOrd="0" presId="urn:microsoft.com/office/officeart/2005/8/layout/bProcess4"/>
    <dgm:cxn modelId="{33867DA7-DA23-446C-8C70-83E05B9091EE}" srcId="{5E74A3DE-5D91-4630-B0B9-AEA2C880C734}" destId="{A1AB3116-A8F5-4ED2-870A-B59A62CA8C57}" srcOrd="10" destOrd="0" parTransId="{158C29BE-2FE2-49E7-BB0A-F2D30194F9F7}" sibTransId="{975FDBA3-C271-486B-A535-60453BA3C814}"/>
    <dgm:cxn modelId="{EB9D7BA8-D893-4ACB-94AF-2FDCEB02035D}" type="presOf" srcId="{6B18F306-1F5E-46E6-BDBD-45797A74DDCF}" destId="{A95C35A5-6565-4F73-8043-DB2BB05DDE74}" srcOrd="0" destOrd="0" presId="urn:microsoft.com/office/officeart/2005/8/layout/bProcess4"/>
    <dgm:cxn modelId="{637979AB-0178-42E0-92AF-19519FE5EE51}" srcId="{5E74A3DE-5D91-4630-B0B9-AEA2C880C734}" destId="{15144A74-3352-49BE-8F1D-E49A974502D5}" srcOrd="2" destOrd="0" parTransId="{EEB4483D-F333-4109-935A-2097195A1673}" sibTransId="{89CC25B7-8F4A-4601-88F7-DC3DCA88F5B4}"/>
    <dgm:cxn modelId="{D818B8AC-1AC8-463D-A9C8-1FDBFD14486F}" type="presOf" srcId="{D1983862-A62E-4C95-B1AA-9ED3B94517AD}" destId="{755200CF-54A0-44F4-852B-F8115906F95F}" srcOrd="0" destOrd="0" presId="urn:microsoft.com/office/officeart/2005/8/layout/bProcess4"/>
    <dgm:cxn modelId="{36ACB9B1-D2B9-434B-BCAF-4B1D9EDD5A2B}" type="presOf" srcId="{2847C325-E916-4E0F-AAF3-DC8E3B9973B5}" destId="{6F3106C7-AD04-4C16-8ED4-CB5CAFB5E575}" srcOrd="0" destOrd="0" presId="urn:microsoft.com/office/officeart/2005/8/layout/bProcess4"/>
    <dgm:cxn modelId="{F9A2D8B1-3ACC-427F-9C0A-A36F2F51BA80}" srcId="{5E74A3DE-5D91-4630-B0B9-AEA2C880C734}" destId="{08265850-3C17-4F3D-9180-0279CD022302}" srcOrd="6" destOrd="0" parTransId="{A1130969-2F43-425B-BF81-89AD77A37833}" sibTransId="{18653E05-DB72-4F17-B8C8-ED5560A64AE6}"/>
    <dgm:cxn modelId="{084DBCBA-E304-47F7-B26F-EE717A5B3968}" type="presOf" srcId="{89CC25B7-8F4A-4601-88F7-DC3DCA88F5B4}" destId="{0D2E48E3-A5A9-4502-8785-8E281174EFAE}" srcOrd="0" destOrd="0" presId="urn:microsoft.com/office/officeart/2005/8/layout/bProcess4"/>
    <dgm:cxn modelId="{B24358BC-1CBA-40EC-9850-7EFF4904D7B4}" type="presOf" srcId="{7D5B27FC-897C-4EDC-BADE-F44B5AFE3983}" destId="{D0139562-E026-4A60-97CA-63FAA81D076B}" srcOrd="0" destOrd="0" presId="urn:microsoft.com/office/officeart/2005/8/layout/bProcess4"/>
    <dgm:cxn modelId="{FA278BC6-634A-4E1A-B6C1-C5CD3BFEECAA}" type="presOf" srcId="{2C3EC1D4-56C1-422B-BCB7-1092ED4A8C19}" destId="{896225C7-F24F-473F-9581-081786127DE9}" srcOrd="0" destOrd="0" presId="urn:microsoft.com/office/officeart/2005/8/layout/bProcess4"/>
    <dgm:cxn modelId="{711FC4CE-13CC-4E24-9E91-32000148FC6F}" type="presOf" srcId="{1D968D80-193D-40CA-AD3C-A8B1F709EFF8}" destId="{F6783476-7880-486F-8A19-AD6443E17613}" srcOrd="0" destOrd="0" presId="urn:microsoft.com/office/officeart/2005/8/layout/bProcess4"/>
    <dgm:cxn modelId="{943AB0D3-0BF2-4FA1-B558-709A4F7ED470}" srcId="{5E74A3DE-5D91-4630-B0B9-AEA2C880C734}" destId="{90881EEF-62F2-48EC-9234-B24268308FB3}" srcOrd="1" destOrd="0" parTransId="{5EF76278-B406-49D6-9071-D0992F562C2F}" sibTransId="{1D968D80-193D-40CA-AD3C-A8B1F709EFF8}"/>
    <dgm:cxn modelId="{D0C96DD6-A251-425D-AED6-00A951F7386A}" type="presOf" srcId="{37BBF3D3-9AA1-4D01-9AD1-23B3B39805A1}" destId="{D273A848-8F4D-4694-B756-1CCB40FE6C6F}" srcOrd="0" destOrd="0" presId="urn:microsoft.com/office/officeart/2005/8/layout/bProcess4"/>
    <dgm:cxn modelId="{7DB1D9DC-28C3-410D-8817-515CC846506E}" srcId="{5E74A3DE-5D91-4630-B0B9-AEA2C880C734}" destId="{A2946CD4-4648-49AF-AD64-123C560A95F4}" srcOrd="11" destOrd="0" parTransId="{CD691DFF-43A8-441A-881C-A5D2C639571C}" sibTransId="{8D33A13B-7A4F-4DF6-9024-B3E7FBDE764E}"/>
    <dgm:cxn modelId="{E83598DF-1F35-4650-A2D8-64416AADF4BA}" type="presOf" srcId="{A2946CD4-4648-49AF-AD64-123C560A95F4}" destId="{280FAB7C-4470-4521-86CC-3FFDA401726F}" srcOrd="0" destOrd="0" presId="urn:microsoft.com/office/officeart/2005/8/layout/bProcess4"/>
    <dgm:cxn modelId="{D75628E4-F439-4C1F-A77E-55BC5E973D87}" srcId="{5E74A3DE-5D91-4630-B0B9-AEA2C880C734}" destId="{6B18F306-1F5E-46E6-BDBD-45797A74DDCF}" srcOrd="4" destOrd="0" parTransId="{F75418FF-3AF0-4473-98FE-A59E093C4FEC}" sibTransId="{C04B7B8D-7B9B-48EF-8981-592FE0B9566D}"/>
    <dgm:cxn modelId="{6E6962E4-F0EF-473A-B015-2A946EE20423}" type="presOf" srcId="{E9780906-BAFE-418C-AC3E-70E9815F964A}" destId="{B475E1B2-53E2-425E-8491-B8E1A9003B05}" srcOrd="0" destOrd="0" presId="urn:microsoft.com/office/officeart/2005/8/layout/bProcess4"/>
    <dgm:cxn modelId="{81A782EC-C42B-4ED3-B535-C2FCA0603728}" type="presOf" srcId="{18653E05-DB72-4F17-B8C8-ED5560A64AE6}" destId="{8E31938D-4183-44F3-8FC5-A1EA2E7DC1AB}" srcOrd="0" destOrd="0" presId="urn:microsoft.com/office/officeart/2005/8/layout/bProcess4"/>
    <dgm:cxn modelId="{E8A36CFB-3F5E-4AE2-80B6-16296FBD127D}" srcId="{5E74A3DE-5D91-4630-B0B9-AEA2C880C734}" destId="{B9A4BE42-FCBB-405B-85DA-F02FDD751004}" srcOrd="7" destOrd="0" parTransId="{339D62E2-3673-4E10-99B7-8CA7E8BDB371}" sibTransId="{8CAE1921-326A-4D73-88F5-B231714E530F}"/>
    <dgm:cxn modelId="{20F338AD-1C14-46FA-B420-8DF714929FAB}" type="presParOf" srcId="{0B368282-BBDC-4D83-B116-6EDC5D59852F}" destId="{B4E6E67D-DB16-457E-AD3D-FEDE76130205}" srcOrd="0" destOrd="0" presId="urn:microsoft.com/office/officeart/2005/8/layout/bProcess4"/>
    <dgm:cxn modelId="{A86AFDD1-DA4E-472D-B120-07AF9C5A1E28}" type="presParOf" srcId="{B4E6E67D-DB16-457E-AD3D-FEDE76130205}" destId="{0E3D47E2-D2D7-4A17-997D-2CD70B07FC6F}" srcOrd="0" destOrd="0" presId="urn:microsoft.com/office/officeart/2005/8/layout/bProcess4"/>
    <dgm:cxn modelId="{0B7365A7-3BEC-471B-AD56-BAA20EC01B3B}" type="presParOf" srcId="{B4E6E67D-DB16-457E-AD3D-FEDE76130205}" destId="{182DAB28-F5BC-40F4-B594-AF1B800D8BDD}" srcOrd="1" destOrd="0" presId="urn:microsoft.com/office/officeart/2005/8/layout/bProcess4"/>
    <dgm:cxn modelId="{C9BA39AA-80AE-4226-B19F-BFB907A14A43}" type="presParOf" srcId="{0B368282-BBDC-4D83-B116-6EDC5D59852F}" destId="{B475E1B2-53E2-425E-8491-B8E1A9003B05}" srcOrd="1" destOrd="0" presId="urn:microsoft.com/office/officeart/2005/8/layout/bProcess4"/>
    <dgm:cxn modelId="{A033A7DD-7386-4045-B2AB-854187477684}" type="presParOf" srcId="{0B368282-BBDC-4D83-B116-6EDC5D59852F}" destId="{BE24EBA6-9CF5-48A1-93F9-5684F6DBCC29}" srcOrd="2" destOrd="0" presId="urn:microsoft.com/office/officeart/2005/8/layout/bProcess4"/>
    <dgm:cxn modelId="{A0BB1B71-C269-4BBD-9974-B9EF0F972678}" type="presParOf" srcId="{BE24EBA6-9CF5-48A1-93F9-5684F6DBCC29}" destId="{0B7B34A0-9B5A-4AE6-846F-2437CCA309E9}" srcOrd="0" destOrd="0" presId="urn:microsoft.com/office/officeart/2005/8/layout/bProcess4"/>
    <dgm:cxn modelId="{F1E508AF-DAE3-472F-8186-367A33088586}" type="presParOf" srcId="{BE24EBA6-9CF5-48A1-93F9-5684F6DBCC29}" destId="{10297F34-24B3-4511-9F30-39CE7B2325BE}" srcOrd="1" destOrd="0" presId="urn:microsoft.com/office/officeart/2005/8/layout/bProcess4"/>
    <dgm:cxn modelId="{F0510E2F-A045-4041-8B74-C65C05D500A7}" type="presParOf" srcId="{0B368282-BBDC-4D83-B116-6EDC5D59852F}" destId="{F6783476-7880-486F-8A19-AD6443E17613}" srcOrd="3" destOrd="0" presId="urn:microsoft.com/office/officeart/2005/8/layout/bProcess4"/>
    <dgm:cxn modelId="{EBFEE0CC-324A-4326-A150-4A1FE9507353}" type="presParOf" srcId="{0B368282-BBDC-4D83-B116-6EDC5D59852F}" destId="{192E86E1-FBDF-496F-8996-C40C85AE8ACD}" srcOrd="4" destOrd="0" presId="urn:microsoft.com/office/officeart/2005/8/layout/bProcess4"/>
    <dgm:cxn modelId="{B8593FC1-AB2B-437A-8C6B-A41B8F75ABC9}" type="presParOf" srcId="{192E86E1-FBDF-496F-8996-C40C85AE8ACD}" destId="{53E7CE2D-84F3-4D00-8677-E42A0D483039}" srcOrd="0" destOrd="0" presId="urn:microsoft.com/office/officeart/2005/8/layout/bProcess4"/>
    <dgm:cxn modelId="{435D6871-BB26-4057-9693-DBF5BB0AA5F1}" type="presParOf" srcId="{192E86E1-FBDF-496F-8996-C40C85AE8ACD}" destId="{0A9D7BE3-835A-4D38-BDA2-DD3176B48E84}" srcOrd="1" destOrd="0" presId="urn:microsoft.com/office/officeart/2005/8/layout/bProcess4"/>
    <dgm:cxn modelId="{4F011DFE-4088-4C47-963A-43D21988CFBE}" type="presParOf" srcId="{0B368282-BBDC-4D83-B116-6EDC5D59852F}" destId="{0D2E48E3-A5A9-4502-8785-8E281174EFAE}" srcOrd="5" destOrd="0" presId="urn:microsoft.com/office/officeart/2005/8/layout/bProcess4"/>
    <dgm:cxn modelId="{13A54D06-39F9-4590-9430-E0E6997FF7C0}" type="presParOf" srcId="{0B368282-BBDC-4D83-B116-6EDC5D59852F}" destId="{C02CE34E-326A-4719-91D3-50A7EA8AD653}" srcOrd="6" destOrd="0" presId="urn:microsoft.com/office/officeart/2005/8/layout/bProcess4"/>
    <dgm:cxn modelId="{855D8088-A187-48FB-8D68-EDB6F006B29B}" type="presParOf" srcId="{C02CE34E-326A-4719-91D3-50A7EA8AD653}" destId="{FF54EDA2-45A1-458C-BDFA-2D382F84F787}" srcOrd="0" destOrd="0" presId="urn:microsoft.com/office/officeart/2005/8/layout/bProcess4"/>
    <dgm:cxn modelId="{C76E86EC-4839-40CD-8A1E-85E36A050C5C}" type="presParOf" srcId="{C02CE34E-326A-4719-91D3-50A7EA8AD653}" destId="{D0139562-E026-4A60-97CA-63FAA81D076B}" srcOrd="1" destOrd="0" presId="urn:microsoft.com/office/officeart/2005/8/layout/bProcess4"/>
    <dgm:cxn modelId="{3F4A22EE-F307-4C32-8C6C-776198DC37D4}" type="presParOf" srcId="{0B368282-BBDC-4D83-B116-6EDC5D59852F}" destId="{D273A848-8F4D-4694-B756-1CCB40FE6C6F}" srcOrd="7" destOrd="0" presId="urn:microsoft.com/office/officeart/2005/8/layout/bProcess4"/>
    <dgm:cxn modelId="{FCE94B45-3EE7-4153-9A14-EE5B0281F445}" type="presParOf" srcId="{0B368282-BBDC-4D83-B116-6EDC5D59852F}" destId="{CF47440B-16F1-4C1F-974A-AE34EA9D8648}" srcOrd="8" destOrd="0" presId="urn:microsoft.com/office/officeart/2005/8/layout/bProcess4"/>
    <dgm:cxn modelId="{2EB0D404-0670-4B06-BF6C-D12279AE55A1}" type="presParOf" srcId="{CF47440B-16F1-4C1F-974A-AE34EA9D8648}" destId="{A86E2FBF-7A28-4CBB-A840-9781531C13BD}" srcOrd="0" destOrd="0" presId="urn:microsoft.com/office/officeart/2005/8/layout/bProcess4"/>
    <dgm:cxn modelId="{1AA939BC-A8B0-495B-89D9-49800EB970B5}" type="presParOf" srcId="{CF47440B-16F1-4C1F-974A-AE34EA9D8648}" destId="{A95C35A5-6565-4F73-8043-DB2BB05DDE74}" srcOrd="1" destOrd="0" presId="urn:microsoft.com/office/officeart/2005/8/layout/bProcess4"/>
    <dgm:cxn modelId="{C29DB061-5C26-408F-B9FF-87F0DCBA0BD0}" type="presParOf" srcId="{0B368282-BBDC-4D83-B116-6EDC5D59852F}" destId="{2652D94E-617B-46C8-B1F4-764B0720A550}" srcOrd="9" destOrd="0" presId="urn:microsoft.com/office/officeart/2005/8/layout/bProcess4"/>
    <dgm:cxn modelId="{FC0FFE72-495A-4341-8851-D70F785DB554}" type="presParOf" srcId="{0B368282-BBDC-4D83-B116-6EDC5D59852F}" destId="{B47ADD0B-C4AD-4093-A022-516E07186255}" srcOrd="10" destOrd="0" presId="urn:microsoft.com/office/officeart/2005/8/layout/bProcess4"/>
    <dgm:cxn modelId="{F11D0189-2058-471C-8244-EA94410EAC03}" type="presParOf" srcId="{B47ADD0B-C4AD-4093-A022-516E07186255}" destId="{4579C124-E9A6-4084-A0AD-2666E45DBD41}" srcOrd="0" destOrd="0" presId="urn:microsoft.com/office/officeart/2005/8/layout/bProcess4"/>
    <dgm:cxn modelId="{1B093626-DD79-406E-B070-7EFE6DB8C417}" type="presParOf" srcId="{B47ADD0B-C4AD-4093-A022-516E07186255}" destId="{DEA29A96-92EF-4627-8F1E-862EB12CFF3E}" srcOrd="1" destOrd="0" presId="urn:microsoft.com/office/officeart/2005/8/layout/bProcess4"/>
    <dgm:cxn modelId="{206157A1-7B2D-4217-9B6A-3AAF87135340}" type="presParOf" srcId="{0B368282-BBDC-4D83-B116-6EDC5D59852F}" destId="{BF9F290A-A73D-496E-9001-510347B3CDBC}" srcOrd="11" destOrd="0" presId="urn:microsoft.com/office/officeart/2005/8/layout/bProcess4"/>
    <dgm:cxn modelId="{7F2F9F86-42B5-456A-A94F-A9C331E35E41}" type="presParOf" srcId="{0B368282-BBDC-4D83-B116-6EDC5D59852F}" destId="{1F8D2914-CABB-4617-9F22-91D778123576}" srcOrd="12" destOrd="0" presId="urn:microsoft.com/office/officeart/2005/8/layout/bProcess4"/>
    <dgm:cxn modelId="{55E5A5B2-B47B-41B0-83D6-2D6000D5F97A}" type="presParOf" srcId="{1F8D2914-CABB-4617-9F22-91D778123576}" destId="{8A14036E-6BCD-42E9-8469-302872A464F5}" srcOrd="0" destOrd="0" presId="urn:microsoft.com/office/officeart/2005/8/layout/bProcess4"/>
    <dgm:cxn modelId="{B53083D2-F5DA-49CD-B92A-E3DF051104C7}" type="presParOf" srcId="{1F8D2914-CABB-4617-9F22-91D778123576}" destId="{E6ED1DC6-3A15-4B3A-B750-1C92F42A857C}" srcOrd="1" destOrd="0" presId="urn:microsoft.com/office/officeart/2005/8/layout/bProcess4"/>
    <dgm:cxn modelId="{B0E4D77D-59BD-4AFD-B29F-6E3E61E402D6}" type="presParOf" srcId="{0B368282-BBDC-4D83-B116-6EDC5D59852F}" destId="{8E31938D-4183-44F3-8FC5-A1EA2E7DC1AB}" srcOrd="13" destOrd="0" presId="urn:microsoft.com/office/officeart/2005/8/layout/bProcess4"/>
    <dgm:cxn modelId="{C96CCE9C-7C60-431E-BB0A-B14B6BE5EFE3}" type="presParOf" srcId="{0B368282-BBDC-4D83-B116-6EDC5D59852F}" destId="{1461F275-9E01-45BA-A388-B04757718FB0}" srcOrd="14" destOrd="0" presId="urn:microsoft.com/office/officeart/2005/8/layout/bProcess4"/>
    <dgm:cxn modelId="{A2B168B6-58B2-45AB-AE6E-55FAB362E38F}" type="presParOf" srcId="{1461F275-9E01-45BA-A388-B04757718FB0}" destId="{97BEBEEE-52AB-4614-97F8-7FF5CE79D525}" srcOrd="0" destOrd="0" presId="urn:microsoft.com/office/officeart/2005/8/layout/bProcess4"/>
    <dgm:cxn modelId="{69F74A2C-2EA3-4702-8257-53154169780F}" type="presParOf" srcId="{1461F275-9E01-45BA-A388-B04757718FB0}" destId="{EFB71A2D-9BB8-4754-B8D5-8709A5F69776}" srcOrd="1" destOrd="0" presId="urn:microsoft.com/office/officeart/2005/8/layout/bProcess4"/>
    <dgm:cxn modelId="{CF98EF40-9508-45B3-9413-BE6A40759B63}" type="presParOf" srcId="{0B368282-BBDC-4D83-B116-6EDC5D59852F}" destId="{26DD012A-EBF9-4740-9DEE-94084C33905A}" srcOrd="15" destOrd="0" presId="urn:microsoft.com/office/officeart/2005/8/layout/bProcess4"/>
    <dgm:cxn modelId="{A1984639-7D6F-44D9-8537-9EE48B5B1D0F}" type="presParOf" srcId="{0B368282-BBDC-4D83-B116-6EDC5D59852F}" destId="{FA2696A3-0C81-442A-81C2-ED1ADBF618E4}" srcOrd="16" destOrd="0" presId="urn:microsoft.com/office/officeart/2005/8/layout/bProcess4"/>
    <dgm:cxn modelId="{DBC77E76-6609-4C1A-8EEE-6C0544685CDE}" type="presParOf" srcId="{FA2696A3-0C81-442A-81C2-ED1ADBF618E4}" destId="{0187265B-1E81-4653-8193-0EEF3B6B170C}" srcOrd="0" destOrd="0" presId="urn:microsoft.com/office/officeart/2005/8/layout/bProcess4"/>
    <dgm:cxn modelId="{65DA627C-C282-4936-96AA-83E43E3DDD49}" type="presParOf" srcId="{FA2696A3-0C81-442A-81C2-ED1ADBF618E4}" destId="{6F3106C7-AD04-4C16-8ED4-CB5CAFB5E575}" srcOrd="1" destOrd="0" presId="urn:microsoft.com/office/officeart/2005/8/layout/bProcess4"/>
    <dgm:cxn modelId="{BBCAD095-F4C9-4EA9-8410-E5EAB6ECC01E}" type="presParOf" srcId="{0B368282-BBDC-4D83-B116-6EDC5D59852F}" destId="{755200CF-54A0-44F4-852B-F8115906F95F}" srcOrd="17" destOrd="0" presId="urn:microsoft.com/office/officeart/2005/8/layout/bProcess4"/>
    <dgm:cxn modelId="{D70FE223-4106-4480-BEE0-B69961ABC623}" type="presParOf" srcId="{0B368282-BBDC-4D83-B116-6EDC5D59852F}" destId="{1A085CA8-7B81-4B95-B484-78BA7B1F4E7E}" srcOrd="18" destOrd="0" presId="urn:microsoft.com/office/officeart/2005/8/layout/bProcess4"/>
    <dgm:cxn modelId="{B0F95A81-5658-43EE-929A-677D49A328C5}" type="presParOf" srcId="{1A085CA8-7B81-4B95-B484-78BA7B1F4E7E}" destId="{AEF473D3-BFD7-4BBB-AE18-D35FD3EF7F5E}" srcOrd="0" destOrd="0" presId="urn:microsoft.com/office/officeart/2005/8/layout/bProcess4"/>
    <dgm:cxn modelId="{DA142D3C-58A0-4DC5-B2E8-926B8E2FE97B}" type="presParOf" srcId="{1A085CA8-7B81-4B95-B484-78BA7B1F4E7E}" destId="{896225C7-F24F-473F-9581-081786127DE9}" srcOrd="1" destOrd="0" presId="urn:microsoft.com/office/officeart/2005/8/layout/bProcess4"/>
    <dgm:cxn modelId="{4AB0FE9E-62F5-4D56-9184-9E19D6611DE7}" type="presParOf" srcId="{0B368282-BBDC-4D83-B116-6EDC5D59852F}" destId="{ACF88974-493D-4B0E-8238-A35C40AFAAF9}" srcOrd="19" destOrd="0" presId="urn:microsoft.com/office/officeart/2005/8/layout/bProcess4"/>
    <dgm:cxn modelId="{1C895B76-BF41-45ED-BFEC-FD14B57ACE71}" type="presParOf" srcId="{0B368282-BBDC-4D83-B116-6EDC5D59852F}" destId="{585B7C20-3042-4915-BA65-A67115590DC2}" srcOrd="20" destOrd="0" presId="urn:microsoft.com/office/officeart/2005/8/layout/bProcess4"/>
    <dgm:cxn modelId="{57C9491A-20D6-4FCE-8EBD-CD8A841ABDD6}" type="presParOf" srcId="{585B7C20-3042-4915-BA65-A67115590DC2}" destId="{A60C4DF2-03AF-4CF2-A8BB-A80CA4DBD149}" srcOrd="0" destOrd="0" presId="urn:microsoft.com/office/officeart/2005/8/layout/bProcess4"/>
    <dgm:cxn modelId="{2BF7EFEA-1902-413E-938A-E62028255FBE}" type="presParOf" srcId="{585B7C20-3042-4915-BA65-A67115590DC2}" destId="{BD6D46BE-3634-4E91-AF5D-397448E6EA3D}" srcOrd="1" destOrd="0" presId="urn:microsoft.com/office/officeart/2005/8/layout/bProcess4"/>
    <dgm:cxn modelId="{EF6C8347-1DB1-4A4C-8A81-F5E6B04EB884}" type="presParOf" srcId="{0B368282-BBDC-4D83-B116-6EDC5D59852F}" destId="{84BAC5D4-FC74-4158-AC6E-7A15931743D8}" srcOrd="21" destOrd="0" presId="urn:microsoft.com/office/officeart/2005/8/layout/bProcess4"/>
    <dgm:cxn modelId="{0AECA2B3-42B6-4A99-B28B-521B2E657E22}" type="presParOf" srcId="{0B368282-BBDC-4D83-B116-6EDC5D59852F}" destId="{E270E83F-642B-46A5-894D-2B748FC1774F}" srcOrd="22" destOrd="0" presId="urn:microsoft.com/office/officeart/2005/8/layout/bProcess4"/>
    <dgm:cxn modelId="{45E21FBC-7CE8-4A72-A46D-88600A8C68FE}" type="presParOf" srcId="{E270E83F-642B-46A5-894D-2B748FC1774F}" destId="{2E3FA40A-087C-4C53-85D7-17E176DD46E7}" srcOrd="0" destOrd="0" presId="urn:microsoft.com/office/officeart/2005/8/layout/bProcess4"/>
    <dgm:cxn modelId="{F5983047-ABB9-4AFB-A7A8-4CF846713948}" type="presParOf" srcId="{E270E83F-642B-46A5-894D-2B748FC1774F}" destId="{280FAB7C-4470-4521-86CC-3FFDA401726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E74A3DE-5D91-4630-B0B9-AEA2C880C73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A410DE0-A84D-4780-9929-9687D4D35E14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B98D2B-8CC0-4DBE-8D87-5A33217A9E14}" type="parTrans" cxnId="{B6191F28-5289-4445-A4D8-FA45830D89A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E9780906-BAFE-418C-AC3E-70E9815F964A}" type="sibTrans" cxnId="{B6191F28-5289-4445-A4D8-FA45830D89A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0881EEF-62F2-48EC-9234-B24268308FB3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EF76278-B406-49D6-9071-D0992F562C2F}" type="parTrans" cxnId="{943AB0D3-0BF2-4FA1-B558-709A4F7ED47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D968D80-193D-40CA-AD3C-A8B1F709EFF8}" type="sibTrans" cxnId="{943AB0D3-0BF2-4FA1-B558-709A4F7ED47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5144A74-3352-49BE-8F1D-E49A974502D5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gm:t>
    </dgm:pt>
    <dgm:pt modelId="{EEB4483D-F333-4109-935A-2097195A1673}" type="parTrans" cxnId="{637979AB-0178-42E0-92AF-19519FE5EE51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9CC25B7-8F4A-4601-88F7-DC3DCA88F5B4}" type="sibTrans" cxnId="{637979AB-0178-42E0-92AF-19519FE5EE51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7D5B27FC-897C-4EDC-BADE-F44B5AFE3983}">
      <dgm:prSet phldrT="[텍스트]" custT="1"/>
      <dgm:spPr>
        <a:solidFill>
          <a:srgbClr val="4678C8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AF1F7AE-71B3-4E02-8934-501D6853DA73}" type="parTrans" cxnId="{6B56703E-B76D-49D1-B9A7-1A9178D1B296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7BBF3D3-9AA1-4D01-9AD1-23B3B39805A1}" type="sibTrans" cxnId="{6B56703E-B76D-49D1-B9A7-1A9178D1B296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6B18F306-1F5E-46E6-BDBD-45797A74DDCF}">
      <dgm:prSet phldrT="[텍스트]" custT="1"/>
      <dgm:spPr>
        <a:solidFill>
          <a:srgbClr val="FF0000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75418FF-3AF0-4473-98FE-A59E093C4FEC}" type="parTrans" cxnId="{D75628E4-F439-4C1F-A77E-55BC5E973D87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04B7B8D-7B9B-48EF-8981-592FE0B9566D}" type="sibTrans" cxnId="{D75628E4-F439-4C1F-A77E-55BC5E973D87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99482AD3-F4D8-40D5-89BE-9E9BCF98288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EC0E692-93C9-4B8E-A788-E80FB2423A7E}" type="parTrans" cxnId="{A292F034-3DE9-4E4C-821B-680FD8685D63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FEF7014F-D336-4C92-AC26-DEAA689C473D}" type="sibTrans" cxnId="{A292F034-3DE9-4E4C-821B-680FD8685D63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8265850-3C17-4F3D-9180-0279CD022302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A1130969-2F43-425B-BF81-89AD77A37833}" type="parTrans" cxnId="{F9A2D8B1-3ACC-427F-9C0A-A36F2F51BA80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18653E05-DB72-4F17-B8C8-ED5560A64AE6}" type="sibTrans" cxnId="{F9A2D8B1-3ACC-427F-9C0A-A36F2F51BA80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B9A4BE42-FCBB-405B-85DA-F02FDD75100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339D62E2-3673-4E10-99B7-8CA7E8BDB371}" type="parTrans" cxnId="{E8A36CFB-3F5E-4AE2-80B6-16296FBD127D}">
      <dgm:prSet/>
      <dgm:spPr/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8CAE1921-326A-4D73-88F5-B231714E530F}" type="sibTrans" cxnId="{E8A36CFB-3F5E-4AE2-80B6-16296FBD127D}">
      <dgm:prSet/>
      <dgm:spPr>
        <a:solidFill>
          <a:srgbClr val="FFC636"/>
        </a:solidFill>
      </dgm:spPr>
      <dgm:t>
        <a:bodyPr/>
        <a:lstStyle/>
        <a:p>
          <a:pPr latinLnBrk="1">
            <a:lnSpc>
              <a:spcPct val="100000"/>
            </a:lnSpc>
          </a:pPr>
          <a:endParaRPr lang="ko-KR" altLang="en-US" sz="110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2847C325-E916-4E0F-AAF3-DC8E3B9973B5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026CE59B-2A74-4754-A224-2941C236F6C8}" type="parTrans" cxnId="{1F009A00-73F6-4FE6-8111-20B23842F337}">
      <dgm:prSet/>
      <dgm:spPr/>
      <dgm:t>
        <a:bodyPr/>
        <a:lstStyle/>
        <a:p>
          <a:pPr latinLnBrk="1"/>
          <a:endParaRPr lang="ko-KR" altLang="en-US"/>
        </a:p>
      </dgm:t>
    </dgm:pt>
    <dgm:pt modelId="{D1983862-A62E-4C95-B1AA-9ED3B94517AD}" type="sibTrans" cxnId="{1F009A00-73F6-4FE6-8111-20B23842F337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2C3EC1D4-56C1-422B-BCB7-1092ED4A8C19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5DE1F10B-F6DA-4679-9B1A-59C3E4D4D77D}" type="parTrans" cxnId="{518D236C-1ABF-4E82-A928-24F964E9708F}">
      <dgm:prSet/>
      <dgm:spPr/>
      <dgm:t>
        <a:bodyPr/>
        <a:lstStyle/>
        <a:p>
          <a:pPr latinLnBrk="1"/>
          <a:endParaRPr lang="ko-KR" altLang="en-US"/>
        </a:p>
      </dgm:t>
    </dgm:pt>
    <dgm:pt modelId="{A9671E0F-DA91-4452-B270-C1CE80BFDC89}" type="sibTrans" cxnId="{518D236C-1ABF-4E82-A928-24F964E9708F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1AB3116-A8F5-4ED2-870A-B59A62CA8C57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28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gm:t>
    </dgm:pt>
    <dgm:pt modelId="{158C29BE-2FE2-49E7-BB0A-F2D30194F9F7}" type="parTrans" cxnId="{33867DA7-DA23-446C-8C70-83E05B9091EE}">
      <dgm:prSet/>
      <dgm:spPr/>
      <dgm:t>
        <a:bodyPr/>
        <a:lstStyle/>
        <a:p>
          <a:pPr latinLnBrk="1"/>
          <a:endParaRPr lang="ko-KR" altLang="en-US"/>
        </a:p>
      </dgm:t>
    </dgm:pt>
    <dgm:pt modelId="{975FDBA3-C271-486B-A535-60453BA3C814}" type="sibTrans" cxnId="{33867DA7-DA23-446C-8C70-83E05B9091EE}">
      <dgm:prSet/>
      <dgm:spPr>
        <a:solidFill>
          <a:srgbClr val="FFC636"/>
        </a:solidFill>
      </dgm:spPr>
      <dgm:t>
        <a:bodyPr/>
        <a:lstStyle/>
        <a:p>
          <a:pPr latinLnBrk="1"/>
          <a:endParaRPr lang="ko-KR" altLang="en-US"/>
        </a:p>
      </dgm:t>
    </dgm:pt>
    <dgm:pt modelId="{A2946CD4-4648-49AF-AD64-123C560A95F4}">
      <dgm:prSet phldrT="[텍스트]" custT="1"/>
      <dgm:spPr>
        <a:solidFill>
          <a:srgbClr val="467DC3"/>
        </a:solidFill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2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gm:t>
    </dgm:pt>
    <dgm:pt modelId="{CD691DFF-43A8-441A-881C-A5D2C639571C}" type="par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8D33A13B-7A4F-4DF6-9024-B3E7FBDE764E}" type="sibTrans" cxnId="{7DB1D9DC-28C3-410D-8817-515CC846506E}">
      <dgm:prSet/>
      <dgm:spPr/>
      <dgm:t>
        <a:bodyPr/>
        <a:lstStyle/>
        <a:p>
          <a:pPr latinLnBrk="1"/>
          <a:endParaRPr lang="ko-KR" altLang="en-US"/>
        </a:p>
      </dgm:t>
    </dgm:pt>
    <dgm:pt modelId="{0B368282-BBDC-4D83-B116-6EDC5D59852F}" type="pres">
      <dgm:prSet presAssocID="{5E74A3DE-5D91-4630-B0B9-AEA2C880C734}" presName="Name0" presStyleCnt="0">
        <dgm:presLayoutVars>
          <dgm:dir/>
          <dgm:resizeHandles/>
        </dgm:presLayoutVars>
      </dgm:prSet>
      <dgm:spPr/>
    </dgm:pt>
    <dgm:pt modelId="{B4E6E67D-DB16-457E-AD3D-FEDE76130205}" type="pres">
      <dgm:prSet presAssocID="{8A410DE0-A84D-4780-9929-9687D4D35E14}" presName="compNode" presStyleCnt="0"/>
      <dgm:spPr/>
    </dgm:pt>
    <dgm:pt modelId="{0E3D47E2-D2D7-4A17-997D-2CD70B07FC6F}" type="pres">
      <dgm:prSet presAssocID="{8A410DE0-A84D-4780-9929-9687D4D35E14}" presName="dummyConnPt" presStyleCnt="0"/>
      <dgm:spPr/>
    </dgm:pt>
    <dgm:pt modelId="{182DAB28-F5BC-40F4-B594-AF1B800D8BDD}" type="pres">
      <dgm:prSet presAssocID="{8A410DE0-A84D-4780-9929-9687D4D35E14}" presName="node" presStyleLbl="node1" presStyleIdx="0" presStyleCnt="12">
        <dgm:presLayoutVars>
          <dgm:bulletEnabled val="1"/>
        </dgm:presLayoutVars>
      </dgm:prSet>
      <dgm:spPr/>
    </dgm:pt>
    <dgm:pt modelId="{B475E1B2-53E2-425E-8491-B8E1A9003B05}" type="pres">
      <dgm:prSet presAssocID="{E9780906-BAFE-418C-AC3E-70E9815F964A}" presName="sibTrans" presStyleLbl="bgSibTrans2D1" presStyleIdx="0" presStyleCnt="11"/>
      <dgm:spPr/>
    </dgm:pt>
    <dgm:pt modelId="{BE24EBA6-9CF5-48A1-93F9-5684F6DBCC29}" type="pres">
      <dgm:prSet presAssocID="{90881EEF-62F2-48EC-9234-B24268308FB3}" presName="compNode" presStyleCnt="0"/>
      <dgm:spPr/>
    </dgm:pt>
    <dgm:pt modelId="{0B7B34A0-9B5A-4AE6-846F-2437CCA309E9}" type="pres">
      <dgm:prSet presAssocID="{90881EEF-62F2-48EC-9234-B24268308FB3}" presName="dummyConnPt" presStyleCnt="0"/>
      <dgm:spPr/>
    </dgm:pt>
    <dgm:pt modelId="{10297F34-24B3-4511-9F30-39CE7B2325BE}" type="pres">
      <dgm:prSet presAssocID="{90881EEF-62F2-48EC-9234-B24268308FB3}" presName="node" presStyleLbl="node1" presStyleIdx="1" presStyleCnt="12">
        <dgm:presLayoutVars>
          <dgm:bulletEnabled val="1"/>
        </dgm:presLayoutVars>
      </dgm:prSet>
      <dgm:spPr/>
    </dgm:pt>
    <dgm:pt modelId="{F6783476-7880-486F-8A19-AD6443E17613}" type="pres">
      <dgm:prSet presAssocID="{1D968D80-193D-40CA-AD3C-A8B1F709EFF8}" presName="sibTrans" presStyleLbl="bgSibTrans2D1" presStyleIdx="1" presStyleCnt="11"/>
      <dgm:spPr/>
    </dgm:pt>
    <dgm:pt modelId="{192E86E1-FBDF-496F-8996-C40C85AE8ACD}" type="pres">
      <dgm:prSet presAssocID="{15144A74-3352-49BE-8F1D-E49A974502D5}" presName="compNode" presStyleCnt="0"/>
      <dgm:spPr/>
    </dgm:pt>
    <dgm:pt modelId="{53E7CE2D-84F3-4D00-8677-E42A0D483039}" type="pres">
      <dgm:prSet presAssocID="{15144A74-3352-49BE-8F1D-E49A974502D5}" presName="dummyConnPt" presStyleCnt="0"/>
      <dgm:spPr/>
    </dgm:pt>
    <dgm:pt modelId="{0A9D7BE3-835A-4D38-BDA2-DD3176B48E84}" type="pres">
      <dgm:prSet presAssocID="{15144A74-3352-49BE-8F1D-E49A974502D5}" presName="node" presStyleLbl="node1" presStyleIdx="2" presStyleCnt="12">
        <dgm:presLayoutVars>
          <dgm:bulletEnabled val="1"/>
        </dgm:presLayoutVars>
      </dgm:prSet>
      <dgm:spPr/>
    </dgm:pt>
    <dgm:pt modelId="{0D2E48E3-A5A9-4502-8785-8E281174EFAE}" type="pres">
      <dgm:prSet presAssocID="{89CC25B7-8F4A-4601-88F7-DC3DCA88F5B4}" presName="sibTrans" presStyleLbl="bgSibTrans2D1" presStyleIdx="2" presStyleCnt="11"/>
      <dgm:spPr/>
    </dgm:pt>
    <dgm:pt modelId="{C02CE34E-326A-4719-91D3-50A7EA8AD653}" type="pres">
      <dgm:prSet presAssocID="{7D5B27FC-897C-4EDC-BADE-F44B5AFE3983}" presName="compNode" presStyleCnt="0"/>
      <dgm:spPr/>
    </dgm:pt>
    <dgm:pt modelId="{FF54EDA2-45A1-458C-BDFA-2D382F84F787}" type="pres">
      <dgm:prSet presAssocID="{7D5B27FC-897C-4EDC-BADE-F44B5AFE3983}" presName="dummyConnPt" presStyleCnt="0"/>
      <dgm:spPr/>
    </dgm:pt>
    <dgm:pt modelId="{D0139562-E026-4A60-97CA-63FAA81D076B}" type="pres">
      <dgm:prSet presAssocID="{7D5B27FC-897C-4EDC-BADE-F44B5AFE3983}" presName="node" presStyleLbl="node1" presStyleIdx="3" presStyleCnt="12">
        <dgm:presLayoutVars>
          <dgm:bulletEnabled val="1"/>
        </dgm:presLayoutVars>
      </dgm:prSet>
      <dgm:spPr/>
    </dgm:pt>
    <dgm:pt modelId="{D273A848-8F4D-4694-B756-1CCB40FE6C6F}" type="pres">
      <dgm:prSet presAssocID="{37BBF3D3-9AA1-4D01-9AD1-23B3B39805A1}" presName="sibTrans" presStyleLbl="bgSibTrans2D1" presStyleIdx="3" presStyleCnt="11"/>
      <dgm:spPr/>
    </dgm:pt>
    <dgm:pt modelId="{CF47440B-16F1-4C1F-974A-AE34EA9D8648}" type="pres">
      <dgm:prSet presAssocID="{6B18F306-1F5E-46E6-BDBD-45797A74DDCF}" presName="compNode" presStyleCnt="0"/>
      <dgm:spPr/>
    </dgm:pt>
    <dgm:pt modelId="{A86E2FBF-7A28-4CBB-A840-9781531C13BD}" type="pres">
      <dgm:prSet presAssocID="{6B18F306-1F5E-46E6-BDBD-45797A74DDCF}" presName="dummyConnPt" presStyleCnt="0"/>
      <dgm:spPr/>
    </dgm:pt>
    <dgm:pt modelId="{A95C35A5-6565-4F73-8043-DB2BB05DDE74}" type="pres">
      <dgm:prSet presAssocID="{6B18F306-1F5E-46E6-BDBD-45797A74DDCF}" presName="node" presStyleLbl="node1" presStyleIdx="4" presStyleCnt="12">
        <dgm:presLayoutVars>
          <dgm:bulletEnabled val="1"/>
        </dgm:presLayoutVars>
      </dgm:prSet>
      <dgm:spPr/>
    </dgm:pt>
    <dgm:pt modelId="{2652D94E-617B-46C8-B1F4-764B0720A550}" type="pres">
      <dgm:prSet presAssocID="{C04B7B8D-7B9B-48EF-8981-592FE0B9566D}" presName="sibTrans" presStyleLbl="bgSibTrans2D1" presStyleIdx="4" presStyleCnt="11"/>
      <dgm:spPr/>
    </dgm:pt>
    <dgm:pt modelId="{B47ADD0B-C4AD-4093-A022-516E07186255}" type="pres">
      <dgm:prSet presAssocID="{99482AD3-F4D8-40D5-89BE-9E9BCF982885}" presName="compNode" presStyleCnt="0"/>
      <dgm:spPr/>
    </dgm:pt>
    <dgm:pt modelId="{4579C124-E9A6-4084-A0AD-2666E45DBD41}" type="pres">
      <dgm:prSet presAssocID="{99482AD3-F4D8-40D5-89BE-9E9BCF982885}" presName="dummyConnPt" presStyleCnt="0"/>
      <dgm:spPr/>
    </dgm:pt>
    <dgm:pt modelId="{DEA29A96-92EF-4627-8F1E-862EB12CFF3E}" type="pres">
      <dgm:prSet presAssocID="{99482AD3-F4D8-40D5-89BE-9E9BCF982885}" presName="node" presStyleLbl="node1" presStyleIdx="5" presStyleCnt="12">
        <dgm:presLayoutVars>
          <dgm:bulletEnabled val="1"/>
        </dgm:presLayoutVars>
      </dgm:prSet>
      <dgm:spPr/>
    </dgm:pt>
    <dgm:pt modelId="{BF9F290A-A73D-496E-9001-510347B3CDBC}" type="pres">
      <dgm:prSet presAssocID="{FEF7014F-D336-4C92-AC26-DEAA689C473D}" presName="sibTrans" presStyleLbl="bgSibTrans2D1" presStyleIdx="5" presStyleCnt="11"/>
      <dgm:spPr/>
    </dgm:pt>
    <dgm:pt modelId="{1F8D2914-CABB-4617-9F22-91D778123576}" type="pres">
      <dgm:prSet presAssocID="{08265850-3C17-4F3D-9180-0279CD022302}" presName="compNode" presStyleCnt="0"/>
      <dgm:spPr/>
    </dgm:pt>
    <dgm:pt modelId="{8A14036E-6BCD-42E9-8469-302872A464F5}" type="pres">
      <dgm:prSet presAssocID="{08265850-3C17-4F3D-9180-0279CD022302}" presName="dummyConnPt" presStyleCnt="0"/>
      <dgm:spPr/>
    </dgm:pt>
    <dgm:pt modelId="{E6ED1DC6-3A15-4B3A-B750-1C92F42A857C}" type="pres">
      <dgm:prSet presAssocID="{08265850-3C17-4F3D-9180-0279CD022302}" presName="node" presStyleLbl="node1" presStyleIdx="6" presStyleCnt="12">
        <dgm:presLayoutVars>
          <dgm:bulletEnabled val="1"/>
        </dgm:presLayoutVars>
      </dgm:prSet>
      <dgm:spPr/>
    </dgm:pt>
    <dgm:pt modelId="{8E31938D-4183-44F3-8FC5-A1EA2E7DC1AB}" type="pres">
      <dgm:prSet presAssocID="{18653E05-DB72-4F17-B8C8-ED5560A64AE6}" presName="sibTrans" presStyleLbl="bgSibTrans2D1" presStyleIdx="6" presStyleCnt="11"/>
      <dgm:spPr/>
    </dgm:pt>
    <dgm:pt modelId="{1461F275-9E01-45BA-A388-B04757718FB0}" type="pres">
      <dgm:prSet presAssocID="{B9A4BE42-FCBB-405B-85DA-F02FDD751004}" presName="compNode" presStyleCnt="0"/>
      <dgm:spPr/>
    </dgm:pt>
    <dgm:pt modelId="{97BEBEEE-52AB-4614-97F8-7FF5CE79D525}" type="pres">
      <dgm:prSet presAssocID="{B9A4BE42-FCBB-405B-85DA-F02FDD751004}" presName="dummyConnPt" presStyleCnt="0"/>
      <dgm:spPr/>
    </dgm:pt>
    <dgm:pt modelId="{EFB71A2D-9BB8-4754-B8D5-8709A5F69776}" type="pres">
      <dgm:prSet presAssocID="{B9A4BE42-FCBB-405B-85DA-F02FDD751004}" presName="node" presStyleLbl="node1" presStyleIdx="7" presStyleCnt="12">
        <dgm:presLayoutVars>
          <dgm:bulletEnabled val="1"/>
        </dgm:presLayoutVars>
      </dgm:prSet>
      <dgm:spPr/>
    </dgm:pt>
    <dgm:pt modelId="{26DD012A-EBF9-4740-9DEE-94084C33905A}" type="pres">
      <dgm:prSet presAssocID="{8CAE1921-326A-4D73-88F5-B231714E530F}" presName="sibTrans" presStyleLbl="bgSibTrans2D1" presStyleIdx="7" presStyleCnt="11"/>
      <dgm:spPr/>
    </dgm:pt>
    <dgm:pt modelId="{FA2696A3-0C81-442A-81C2-ED1ADBF618E4}" type="pres">
      <dgm:prSet presAssocID="{2847C325-E916-4E0F-AAF3-DC8E3B9973B5}" presName="compNode" presStyleCnt="0"/>
      <dgm:spPr/>
    </dgm:pt>
    <dgm:pt modelId="{0187265B-1E81-4653-8193-0EEF3B6B170C}" type="pres">
      <dgm:prSet presAssocID="{2847C325-E916-4E0F-AAF3-DC8E3B9973B5}" presName="dummyConnPt" presStyleCnt="0"/>
      <dgm:spPr/>
    </dgm:pt>
    <dgm:pt modelId="{6F3106C7-AD04-4C16-8ED4-CB5CAFB5E575}" type="pres">
      <dgm:prSet presAssocID="{2847C325-E916-4E0F-AAF3-DC8E3B9973B5}" presName="node" presStyleLbl="node1" presStyleIdx="8" presStyleCnt="12">
        <dgm:presLayoutVars>
          <dgm:bulletEnabled val="1"/>
        </dgm:presLayoutVars>
      </dgm:prSet>
      <dgm:spPr/>
    </dgm:pt>
    <dgm:pt modelId="{755200CF-54A0-44F4-852B-F8115906F95F}" type="pres">
      <dgm:prSet presAssocID="{D1983862-A62E-4C95-B1AA-9ED3B94517AD}" presName="sibTrans" presStyleLbl="bgSibTrans2D1" presStyleIdx="8" presStyleCnt="11"/>
      <dgm:spPr/>
    </dgm:pt>
    <dgm:pt modelId="{1A085CA8-7B81-4B95-B484-78BA7B1F4E7E}" type="pres">
      <dgm:prSet presAssocID="{2C3EC1D4-56C1-422B-BCB7-1092ED4A8C19}" presName="compNode" presStyleCnt="0"/>
      <dgm:spPr/>
    </dgm:pt>
    <dgm:pt modelId="{AEF473D3-BFD7-4BBB-AE18-D35FD3EF7F5E}" type="pres">
      <dgm:prSet presAssocID="{2C3EC1D4-56C1-422B-BCB7-1092ED4A8C19}" presName="dummyConnPt" presStyleCnt="0"/>
      <dgm:spPr/>
    </dgm:pt>
    <dgm:pt modelId="{896225C7-F24F-473F-9581-081786127DE9}" type="pres">
      <dgm:prSet presAssocID="{2C3EC1D4-56C1-422B-BCB7-1092ED4A8C19}" presName="node" presStyleLbl="node1" presStyleIdx="9" presStyleCnt="12">
        <dgm:presLayoutVars>
          <dgm:bulletEnabled val="1"/>
        </dgm:presLayoutVars>
      </dgm:prSet>
      <dgm:spPr/>
    </dgm:pt>
    <dgm:pt modelId="{ACF88974-493D-4B0E-8238-A35C40AFAAF9}" type="pres">
      <dgm:prSet presAssocID="{A9671E0F-DA91-4452-B270-C1CE80BFDC89}" presName="sibTrans" presStyleLbl="bgSibTrans2D1" presStyleIdx="9" presStyleCnt="11"/>
      <dgm:spPr/>
    </dgm:pt>
    <dgm:pt modelId="{585B7C20-3042-4915-BA65-A67115590DC2}" type="pres">
      <dgm:prSet presAssocID="{A1AB3116-A8F5-4ED2-870A-B59A62CA8C57}" presName="compNode" presStyleCnt="0"/>
      <dgm:spPr/>
    </dgm:pt>
    <dgm:pt modelId="{A60C4DF2-03AF-4CF2-A8BB-A80CA4DBD149}" type="pres">
      <dgm:prSet presAssocID="{A1AB3116-A8F5-4ED2-870A-B59A62CA8C57}" presName="dummyConnPt" presStyleCnt="0"/>
      <dgm:spPr/>
    </dgm:pt>
    <dgm:pt modelId="{BD6D46BE-3634-4E91-AF5D-397448E6EA3D}" type="pres">
      <dgm:prSet presAssocID="{A1AB3116-A8F5-4ED2-870A-B59A62CA8C57}" presName="node" presStyleLbl="node1" presStyleIdx="10" presStyleCnt="12" custScaleX="114484">
        <dgm:presLayoutVars>
          <dgm:bulletEnabled val="1"/>
        </dgm:presLayoutVars>
      </dgm:prSet>
      <dgm:spPr/>
    </dgm:pt>
    <dgm:pt modelId="{84BAC5D4-FC74-4158-AC6E-7A15931743D8}" type="pres">
      <dgm:prSet presAssocID="{975FDBA3-C271-486B-A535-60453BA3C814}" presName="sibTrans" presStyleLbl="bgSibTrans2D1" presStyleIdx="10" presStyleCnt="11"/>
      <dgm:spPr/>
    </dgm:pt>
    <dgm:pt modelId="{E270E83F-642B-46A5-894D-2B748FC1774F}" type="pres">
      <dgm:prSet presAssocID="{A2946CD4-4648-49AF-AD64-123C560A95F4}" presName="compNode" presStyleCnt="0"/>
      <dgm:spPr/>
    </dgm:pt>
    <dgm:pt modelId="{2E3FA40A-087C-4C53-85D7-17E176DD46E7}" type="pres">
      <dgm:prSet presAssocID="{A2946CD4-4648-49AF-AD64-123C560A95F4}" presName="dummyConnPt" presStyleCnt="0"/>
      <dgm:spPr/>
    </dgm:pt>
    <dgm:pt modelId="{280FAB7C-4470-4521-86CC-3FFDA401726F}" type="pres">
      <dgm:prSet presAssocID="{A2946CD4-4648-49AF-AD64-123C560A95F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1F009A00-73F6-4FE6-8111-20B23842F337}" srcId="{5E74A3DE-5D91-4630-B0B9-AEA2C880C734}" destId="{2847C325-E916-4E0F-AAF3-DC8E3B9973B5}" srcOrd="8" destOrd="0" parTransId="{026CE59B-2A74-4754-A224-2941C236F6C8}" sibTransId="{D1983862-A62E-4C95-B1AA-9ED3B94517AD}"/>
    <dgm:cxn modelId="{F6C75407-29E4-4780-99B8-00D0BDCEF89F}" type="presOf" srcId="{C04B7B8D-7B9B-48EF-8981-592FE0B9566D}" destId="{2652D94E-617B-46C8-B1F4-764B0720A550}" srcOrd="0" destOrd="0" presId="urn:microsoft.com/office/officeart/2005/8/layout/bProcess4"/>
    <dgm:cxn modelId="{9C954C1A-DE5F-4D4A-B516-D559DB77F7D7}" type="presOf" srcId="{FEF7014F-D336-4C92-AC26-DEAA689C473D}" destId="{BF9F290A-A73D-496E-9001-510347B3CDBC}" srcOrd="0" destOrd="0" presId="urn:microsoft.com/office/officeart/2005/8/layout/bProcess4"/>
    <dgm:cxn modelId="{A591AE24-2CEE-4E6D-A629-81CBD8304D0C}" type="presOf" srcId="{A1AB3116-A8F5-4ED2-870A-B59A62CA8C57}" destId="{BD6D46BE-3634-4E91-AF5D-397448E6EA3D}" srcOrd="0" destOrd="0" presId="urn:microsoft.com/office/officeart/2005/8/layout/bProcess4"/>
    <dgm:cxn modelId="{B6191F28-5289-4445-A4D8-FA45830D89A6}" srcId="{5E74A3DE-5D91-4630-B0B9-AEA2C880C734}" destId="{8A410DE0-A84D-4780-9929-9687D4D35E14}" srcOrd="0" destOrd="0" parTransId="{6BB98D2B-8CC0-4DBE-8D87-5A33217A9E14}" sibTransId="{E9780906-BAFE-418C-AC3E-70E9815F964A}"/>
    <dgm:cxn modelId="{B9BBC731-0330-4B12-926D-9956BF1F53C8}" type="presOf" srcId="{15144A74-3352-49BE-8F1D-E49A974502D5}" destId="{0A9D7BE3-835A-4D38-BDA2-DD3176B48E84}" srcOrd="0" destOrd="0" presId="urn:microsoft.com/office/officeart/2005/8/layout/bProcess4"/>
    <dgm:cxn modelId="{A292F034-3DE9-4E4C-821B-680FD8685D63}" srcId="{5E74A3DE-5D91-4630-B0B9-AEA2C880C734}" destId="{99482AD3-F4D8-40D5-89BE-9E9BCF982885}" srcOrd="5" destOrd="0" parTransId="{CEC0E692-93C9-4B8E-A788-E80FB2423A7E}" sibTransId="{FEF7014F-D336-4C92-AC26-DEAA689C473D}"/>
    <dgm:cxn modelId="{69206035-FFA0-4723-B791-0CE6B544D96A}" type="presOf" srcId="{975FDBA3-C271-486B-A535-60453BA3C814}" destId="{84BAC5D4-FC74-4158-AC6E-7A15931743D8}" srcOrd="0" destOrd="0" presId="urn:microsoft.com/office/officeart/2005/8/layout/bProcess4"/>
    <dgm:cxn modelId="{7EF2CA37-BD72-484A-938E-66293832E77E}" type="presOf" srcId="{99482AD3-F4D8-40D5-89BE-9E9BCF982885}" destId="{DEA29A96-92EF-4627-8F1E-862EB12CFF3E}" srcOrd="0" destOrd="0" presId="urn:microsoft.com/office/officeart/2005/8/layout/bProcess4"/>
    <dgm:cxn modelId="{7A660C3A-EFEE-4DF6-A51E-158493F8A2AA}" type="presOf" srcId="{5E74A3DE-5D91-4630-B0B9-AEA2C880C734}" destId="{0B368282-BBDC-4D83-B116-6EDC5D59852F}" srcOrd="0" destOrd="0" presId="urn:microsoft.com/office/officeart/2005/8/layout/bProcess4"/>
    <dgm:cxn modelId="{6B56703E-B76D-49D1-B9A7-1A9178D1B296}" srcId="{5E74A3DE-5D91-4630-B0B9-AEA2C880C734}" destId="{7D5B27FC-897C-4EDC-BADE-F44B5AFE3983}" srcOrd="3" destOrd="0" parTransId="{AAF1F7AE-71B3-4E02-8934-501D6853DA73}" sibTransId="{37BBF3D3-9AA1-4D01-9AD1-23B3B39805A1}"/>
    <dgm:cxn modelId="{A5B5B13F-998A-4FFD-92C7-CC6673E1D074}" type="presOf" srcId="{90881EEF-62F2-48EC-9234-B24268308FB3}" destId="{10297F34-24B3-4511-9F30-39CE7B2325BE}" srcOrd="0" destOrd="0" presId="urn:microsoft.com/office/officeart/2005/8/layout/bProcess4"/>
    <dgm:cxn modelId="{518D236C-1ABF-4E82-A928-24F964E9708F}" srcId="{5E74A3DE-5D91-4630-B0B9-AEA2C880C734}" destId="{2C3EC1D4-56C1-422B-BCB7-1092ED4A8C19}" srcOrd="9" destOrd="0" parTransId="{5DE1F10B-F6DA-4679-9B1A-59C3E4D4D77D}" sibTransId="{A9671E0F-DA91-4452-B270-C1CE80BFDC89}"/>
    <dgm:cxn modelId="{18199255-AA14-4045-B2BF-01D6A8965BEF}" type="presOf" srcId="{B9A4BE42-FCBB-405B-85DA-F02FDD751004}" destId="{EFB71A2D-9BB8-4754-B8D5-8709A5F69776}" srcOrd="0" destOrd="0" presId="urn:microsoft.com/office/officeart/2005/8/layout/bProcess4"/>
    <dgm:cxn modelId="{8B5D977A-C32B-4579-82D6-4579CB75DE4F}" type="presOf" srcId="{A9671E0F-DA91-4452-B270-C1CE80BFDC89}" destId="{ACF88974-493D-4B0E-8238-A35C40AFAAF9}" srcOrd="0" destOrd="0" presId="urn:microsoft.com/office/officeart/2005/8/layout/bProcess4"/>
    <dgm:cxn modelId="{7DD6037D-A01E-4BFE-9E35-DE28346F6A7B}" type="presOf" srcId="{08265850-3C17-4F3D-9180-0279CD022302}" destId="{E6ED1DC6-3A15-4B3A-B750-1C92F42A857C}" srcOrd="0" destOrd="0" presId="urn:microsoft.com/office/officeart/2005/8/layout/bProcess4"/>
    <dgm:cxn modelId="{EA5E2886-A03D-457E-9390-012968628FDA}" type="presOf" srcId="{8CAE1921-326A-4D73-88F5-B231714E530F}" destId="{26DD012A-EBF9-4740-9DEE-94084C33905A}" srcOrd="0" destOrd="0" presId="urn:microsoft.com/office/officeart/2005/8/layout/bProcess4"/>
    <dgm:cxn modelId="{EF9B949A-BDF3-4E76-A82A-DB9F617D5E39}" type="presOf" srcId="{8A410DE0-A84D-4780-9929-9687D4D35E14}" destId="{182DAB28-F5BC-40F4-B594-AF1B800D8BDD}" srcOrd="0" destOrd="0" presId="urn:microsoft.com/office/officeart/2005/8/layout/bProcess4"/>
    <dgm:cxn modelId="{33867DA7-DA23-446C-8C70-83E05B9091EE}" srcId="{5E74A3DE-5D91-4630-B0B9-AEA2C880C734}" destId="{A1AB3116-A8F5-4ED2-870A-B59A62CA8C57}" srcOrd="10" destOrd="0" parTransId="{158C29BE-2FE2-49E7-BB0A-F2D30194F9F7}" sibTransId="{975FDBA3-C271-486B-A535-60453BA3C814}"/>
    <dgm:cxn modelId="{EB9D7BA8-D893-4ACB-94AF-2FDCEB02035D}" type="presOf" srcId="{6B18F306-1F5E-46E6-BDBD-45797A74DDCF}" destId="{A95C35A5-6565-4F73-8043-DB2BB05DDE74}" srcOrd="0" destOrd="0" presId="urn:microsoft.com/office/officeart/2005/8/layout/bProcess4"/>
    <dgm:cxn modelId="{637979AB-0178-42E0-92AF-19519FE5EE51}" srcId="{5E74A3DE-5D91-4630-B0B9-AEA2C880C734}" destId="{15144A74-3352-49BE-8F1D-E49A974502D5}" srcOrd="2" destOrd="0" parTransId="{EEB4483D-F333-4109-935A-2097195A1673}" sibTransId="{89CC25B7-8F4A-4601-88F7-DC3DCA88F5B4}"/>
    <dgm:cxn modelId="{D818B8AC-1AC8-463D-A9C8-1FDBFD14486F}" type="presOf" srcId="{D1983862-A62E-4C95-B1AA-9ED3B94517AD}" destId="{755200CF-54A0-44F4-852B-F8115906F95F}" srcOrd="0" destOrd="0" presId="urn:microsoft.com/office/officeart/2005/8/layout/bProcess4"/>
    <dgm:cxn modelId="{36ACB9B1-D2B9-434B-BCAF-4B1D9EDD5A2B}" type="presOf" srcId="{2847C325-E916-4E0F-AAF3-DC8E3B9973B5}" destId="{6F3106C7-AD04-4C16-8ED4-CB5CAFB5E575}" srcOrd="0" destOrd="0" presId="urn:microsoft.com/office/officeart/2005/8/layout/bProcess4"/>
    <dgm:cxn modelId="{F9A2D8B1-3ACC-427F-9C0A-A36F2F51BA80}" srcId="{5E74A3DE-5D91-4630-B0B9-AEA2C880C734}" destId="{08265850-3C17-4F3D-9180-0279CD022302}" srcOrd="6" destOrd="0" parTransId="{A1130969-2F43-425B-BF81-89AD77A37833}" sibTransId="{18653E05-DB72-4F17-B8C8-ED5560A64AE6}"/>
    <dgm:cxn modelId="{084DBCBA-E304-47F7-B26F-EE717A5B3968}" type="presOf" srcId="{89CC25B7-8F4A-4601-88F7-DC3DCA88F5B4}" destId="{0D2E48E3-A5A9-4502-8785-8E281174EFAE}" srcOrd="0" destOrd="0" presId="urn:microsoft.com/office/officeart/2005/8/layout/bProcess4"/>
    <dgm:cxn modelId="{B24358BC-1CBA-40EC-9850-7EFF4904D7B4}" type="presOf" srcId="{7D5B27FC-897C-4EDC-BADE-F44B5AFE3983}" destId="{D0139562-E026-4A60-97CA-63FAA81D076B}" srcOrd="0" destOrd="0" presId="urn:microsoft.com/office/officeart/2005/8/layout/bProcess4"/>
    <dgm:cxn modelId="{FA278BC6-634A-4E1A-B6C1-C5CD3BFEECAA}" type="presOf" srcId="{2C3EC1D4-56C1-422B-BCB7-1092ED4A8C19}" destId="{896225C7-F24F-473F-9581-081786127DE9}" srcOrd="0" destOrd="0" presId="urn:microsoft.com/office/officeart/2005/8/layout/bProcess4"/>
    <dgm:cxn modelId="{711FC4CE-13CC-4E24-9E91-32000148FC6F}" type="presOf" srcId="{1D968D80-193D-40CA-AD3C-A8B1F709EFF8}" destId="{F6783476-7880-486F-8A19-AD6443E17613}" srcOrd="0" destOrd="0" presId="urn:microsoft.com/office/officeart/2005/8/layout/bProcess4"/>
    <dgm:cxn modelId="{943AB0D3-0BF2-4FA1-B558-709A4F7ED470}" srcId="{5E74A3DE-5D91-4630-B0B9-AEA2C880C734}" destId="{90881EEF-62F2-48EC-9234-B24268308FB3}" srcOrd="1" destOrd="0" parTransId="{5EF76278-B406-49D6-9071-D0992F562C2F}" sibTransId="{1D968D80-193D-40CA-AD3C-A8B1F709EFF8}"/>
    <dgm:cxn modelId="{D0C96DD6-A251-425D-AED6-00A951F7386A}" type="presOf" srcId="{37BBF3D3-9AA1-4D01-9AD1-23B3B39805A1}" destId="{D273A848-8F4D-4694-B756-1CCB40FE6C6F}" srcOrd="0" destOrd="0" presId="urn:microsoft.com/office/officeart/2005/8/layout/bProcess4"/>
    <dgm:cxn modelId="{7DB1D9DC-28C3-410D-8817-515CC846506E}" srcId="{5E74A3DE-5D91-4630-B0B9-AEA2C880C734}" destId="{A2946CD4-4648-49AF-AD64-123C560A95F4}" srcOrd="11" destOrd="0" parTransId="{CD691DFF-43A8-441A-881C-A5D2C639571C}" sibTransId="{8D33A13B-7A4F-4DF6-9024-B3E7FBDE764E}"/>
    <dgm:cxn modelId="{E83598DF-1F35-4650-A2D8-64416AADF4BA}" type="presOf" srcId="{A2946CD4-4648-49AF-AD64-123C560A95F4}" destId="{280FAB7C-4470-4521-86CC-3FFDA401726F}" srcOrd="0" destOrd="0" presId="urn:microsoft.com/office/officeart/2005/8/layout/bProcess4"/>
    <dgm:cxn modelId="{D75628E4-F439-4C1F-A77E-55BC5E973D87}" srcId="{5E74A3DE-5D91-4630-B0B9-AEA2C880C734}" destId="{6B18F306-1F5E-46E6-BDBD-45797A74DDCF}" srcOrd="4" destOrd="0" parTransId="{F75418FF-3AF0-4473-98FE-A59E093C4FEC}" sibTransId="{C04B7B8D-7B9B-48EF-8981-592FE0B9566D}"/>
    <dgm:cxn modelId="{6E6962E4-F0EF-473A-B015-2A946EE20423}" type="presOf" srcId="{E9780906-BAFE-418C-AC3E-70E9815F964A}" destId="{B475E1B2-53E2-425E-8491-B8E1A9003B05}" srcOrd="0" destOrd="0" presId="urn:microsoft.com/office/officeart/2005/8/layout/bProcess4"/>
    <dgm:cxn modelId="{81A782EC-C42B-4ED3-B535-C2FCA0603728}" type="presOf" srcId="{18653E05-DB72-4F17-B8C8-ED5560A64AE6}" destId="{8E31938D-4183-44F3-8FC5-A1EA2E7DC1AB}" srcOrd="0" destOrd="0" presId="urn:microsoft.com/office/officeart/2005/8/layout/bProcess4"/>
    <dgm:cxn modelId="{E8A36CFB-3F5E-4AE2-80B6-16296FBD127D}" srcId="{5E74A3DE-5D91-4630-B0B9-AEA2C880C734}" destId="{B9A4BE42-FCBB-405B-85DA-F02FDD751004}" srcOrd="7" destOrd="0" parTransId="{339D62E2-3673-4E10-99B7-8CA7E8BDB371}" sibTransId="{8CAE1921-326A-4D73-88F5-B231714E530F}"/>
    <dgm:cxn modelId="{20F338AD-1C14-46FA-B420-8DF714929FAB}" type="presParOf" srcId="{0B368282-BBDC-4D83-B116-6EDC5D59852F}" destId="{B4E6E67D-DB16-457E-AD3D-FEDE76130205}" srcOrd="0" destOrd="0" presId="urn:microsoft.com/office/officeart/2005/8/layout/bProcess4"/>
    <dgm:cxn modelId="{A86AFDD1-DA4E-472D-B120-07AF9C5A1E28}" type="presParOf" srcId="{B4E6E67D-DB16-457E-AD3D-FEDE76130205}" destId="{0E3D47E2-D2D7-4A17-997D-2CD70B07FC6F}" srcOrd="0" destOrd="0" presId="urn:microsoft.com/office/officeart/2005/8/layout/bProcess4"/>
    <dgm:cxn modelId="{0B7365A7-3BEC-471B-AD56-BAA20EC01B3B}" type="presParOf" srcId="{B4E6E67D-DB16-457E-AD3D-FEDE76130205}" destId="{182DAB28-F5BC-40F4-B594-AF1B800D8BDD}" srcOrd="1" destOrd="0" presId="urn:microsoft.com/office/officeart/2005/8/layout/bProcess4"/>
    <dgm:cxn modelId="{C9BA39AA-80AE-4226-B19F-BFB907A14A43}" type="presParOf" srcId="{0B368282-BBDC-4D83-B116-6EDC5D59852F}" destId="{B475E1B2-53E2-425E-8491-B8E1A9003B05}" srcOrd="1" destOrd="0" presId="urn:microsoft.com/office/officeart/2005/8/layout/bProcess4"/>
    <dgm:cxn modelId="{A033A7DD-7386-4045-B2AB-854187477684}" type="presParOf" srcId="{0B368282-BBDC-4D83-B116-6EDC5D59852F}" destId="{BE24EBA6-9CF5-48A1-93F9-5684F6DBCC29}" srcOrd="2" destOrd="0" presId="urn:microsoft.com/office/officeart/2005/8/layout/bProcess4"/>
    <dgm:cxn modelId="{A0BB1B71-C269-4BBD-9974-B9EF0F972678}" type="presParOf" srcId="{BE24EBA6-9CF5-48A1-93F9-5684F6DBCC29}" destId="{0B7B34A0-9B5A-4AE6-846F-2437CCA309E9}" srcOrd="0" destOrd="0" presId="urn:microsoft.com/office/officeart/2005/8/layout/bProcess4"/>
    <dgm:cxn modelId="{F1E508AF-DAE3-472F-8186-367A33088586}" type="presParOf" srcId="{BE24EBA6-9CF5-48A1-93F9-5684F6DBCC29}" destId="{10297F34-24B3-4511-9F30-39CE7B2325BE}" srcOrd="1" destOrd="0" presId="urn:microsoft.com/office/officeart/2005/8/layout/bProcess4"/>
    <dgm:cxn modelId="{F0510E2F-A045-4041-8B74-C65C05D500A7}" type="presParOf" srcId="{0B368282-BBDC-4D83-B116-6EDC5D59852F}" destId="{F6783476-7880-486F-8A19-AD6443E17613}" srcOrd="3" destOrd="0" presId="urn:microsoft.com/office/officeart/2005/8/layout/bProcess4"/>
    <dgm:cxn modelId="{EBFEE0CC-324A-4326-A150-4A1FE9507353}" type="presParOf" srcId="{0B368282-BBDC-4D83-B116-6EDC5D59852F}" destId="{192E86E1-FBDF-496F-8996-C40C85AE8ACD}" srcOrd="4" destOrd="0" presId="urn:microsoft.com/office/officeart/2005/8/layout/bProcess4"/>
    <dgm:cxn modelId="{B8593FC1-AB2B-437A-8C6B-A41B8F75ABC9}" type="presParOf" srcId="{192E86E1-FBDF-496F-8996-C40C85AE8ACD}" destId="{53E7CE2D-84F3-4D00-8677-E42A0D483039}" srcOrd="0" destOrd="0" presId="urn:microsoft.com/office/officeart/2005/8/layout/bProcess4"/>
    <dgm:cxn modelId="{435D6871-BB26-4057-9693-DBF5BB0AA5F1}" type="presParOf" srcId="{192E86E1-FBDF-496F-8996-C40C85AE8ACD}" destId="{0A9D7BE3-835A-4D38-BDA2-DD3176B48E84}" srcOrd="1" destOrd="0" presId="urn:microsoft.com/office/officeart/2005/8/layout/bProcess4"/>
    <dgm:cxn modelId="{4F011DFE-4088-4C47-963A-43D21988CFBE}" type="presParOf" srcId="{0B368282-BBDC-4D83-B116-6EDC5D59852F}" destId="{0D2E48E3-A5A9-4502-8785-8E281174EFAE}" srcOrd="5" destOrd="0" presId="urn:microsoft.com/office/officeart/2005/8/layout/bProcess4"/>
    <dgm:cxn modelId="{13A54D06-39F9-4590-9430-E0E6997FF7C0}" type="presParOf" srcId="{0B368282-BBDC-4D83-B116-6EDC5D59852F}" destId="{C02CE34E-326A-4719-91D3-50A7EA8AD653}" srcOrd="6" destOrd="0" presId="urn:microsoft.com/office/officeart/2005/8/layout/bProcess4"/>
    <dgm:cxn modelId="{855D8088-A187-48FB-8D68-EDB6F006B29B}" type="presParOf" srcId="{C02CE34E-326A-4719-91D3-50A7EA8AD653}" destId="{FF54EDA2-45A1-458C-BDFA-2D382F84F787}" srcOrd="0" destOrd="0" presId="urn:microsoft.com/office/officeart/2005/8/layout/bProcess4"/>
    <dgm:cxn modelId="{C76E86EC-4839-40CD-8A1E-85E36A050C5C}" type="presParOf" srcId="{C02CE34E-326A-4719-91D3-50A7EA8AD653}" destId="{D0139562-E026-4A60-97CA-63FAA81D076B}" srcOrd="1" destOrd="0" presId="urn:microsoft.com/office/officeart/2005/8/layout/bProcess4"/>
    <dgm:cxn modelId="{3F4A22EE-F307-4C32-8C6C-776198DC37D4}" type="presParOf" srcId="{0B368282-BBDC-4D83-B116-6EDC5D59852F}" destId="{D273A848-8F4D-4694-B756-1CCB40FE6C6F}" srcOrd="7" destOrd="0" presId="urn:microsoft.com/office/officeart/2005/8/layout/bProcess4"/>
    <dgm:cxn modelId="{FCE94B45-3EE7-4153-9A14-EE5B0281F445}" type="presParOf" srcId="{0B368282-BBDC-4D83-B116-6EDC5D59852F}" destId="{CF47440B-16F1-4C1F-974A-AE34EA9D8648}" srcOrd="8" destOrd="0" presId="urn:microsoft.com/office/officeart/2005/8/layout/bProcess4"/>
    <dgm:cxn modelId="{2EB0D404-0670-4B06-BF6C-D12279AE55A1}" type="presParOf" srcId="{CF47440B-16F1-4C1F-974A-AE34EA9D8648}" destId="{A86E2FBF-7A28-4CBB-A840-9781531C13BD}" srcOrd="0" destOrd="0" presId="urn:microsoft.com/office/officeart/2005/8/layout/bProcess4"/>
    <dgm:cxn modelId="{1AA939BC-A8B0-495B-89D9-49800EB970B5}" type="presParOf" srcId="{CF47440B-16F1-4C1F-974A-AE34EA9D8648}" destId="{A95C35A5-6565-4F73-8043-DB2BB05DDE74}" srcOrd="1" destOrd="0" presId="urn:microsoft.com/office/officeart/2005/8/layout/bProcess4"/>
    <dgm:cxn modelId="{C29DB061-5C26-408F-B9FF-87F0DCBA0BD0}" type="presParOf" srcId="{0B368282-BBDC-4D83-B116-6EDC5D59852F}" destId="{2652D94E-617B-46C8-B1F4-764B0720A550}" srcOrd="9" destOrd="0" presId="urn:microsoft.com/office/officeart/2005/8/layout/bProcess4"/>
    <dgm:cxn modelId="{FC0FFE72-495A-4341-8851-D70F785DB554}" type="presParOf" srcId="{0B368282-BBDC-4D83-B116-6EDC5D59852F}" destId="{B47ADD0B-C4AD-4093-A022-516E07186255}" srcOrd="10" destOrd="0" presId="urn:microsoft.com/office/officeart/2005/8/layout/bProcess4"/>
    <dgm:cxn modelId="{F11D0189-2058-471C-8244-EA94410EAC03}" type="presParOf" srcId="{B47ADD0B-C4AD-4093-A022-516E07186255}" destId="{4579C124-E9A6-4084-A0AD-2666E45DBD41}" srcOrd="0" destOrd="0" presId="urn:microsoft.com/office/officeart/2005/8/layout/bProcess4"/>
    <dgm:cxn modelId="{1B093626-DD79-406E-B070-7EFE6DB8C417}" type="presParOf" srcId="{B47ADD0B-C4AD-4093-A022-516E07186255}" destId="{DEA29A96-92EF-4627-8F1E-862EB12CFF3E}" srcOrd="1" destOrd="0" presId="urn:microsoft.com/office/officeart/2005/8/layout/bProcess4"/>
    <dgm:cxn modelId="{206157A1-7B2D-4217-9B6A-3AAF87135340}" type="presParOf" srcId="{0B368282-BBDC-4D83-B116-6EDC5D59852F}" destId="{BF9F290A-A73D-496E-9001-510347B3CDBC}" srcOrd="11" destOrd="0" presId="urn:microsoft.com/office/officeart/2005/8/layout/bProcess4"/>
    <dgm:cxn modelId="{7F2F9F86-42B5-456A-A94F-A9C331E35E41}" type="presParOf" srcId="{0B368282-BBDC-4D83-B116-6EDC5D59852F}" destId="{1F8D2914-CABB-4617-9F22-91D778123576}" srcOrd="12" destOrd="0" presId="urn:microsoft.com/office/officeart/2005/8/layout/bProcess4"/>
    <dgm:cxn modelId="{55E5A5B2-B47B-41B0-83D6-2D6000D5F97A}" type="presParOf" srcId="{1F8D2914-CABB-4617-9F22-91D778123576}" destId="{8A14036E-6BCD-42E9-8469-302872A464F5}" srcOrd="0" destOrd="0" presId="urn:microsoft.com/office/officeart/2005/8/layout/bProcess4"/>
    <dgm:cxn modelId="{B53083D2-F5DA-49CD-B92A-E3DF051104C7}" type="presParOf" srcId="{1F8D2914-CABB-4617-9F22-91D778123576}" destId="{E6ED1DC6-3A15-4B3A-B750-1C92F42A857C}" srcOrd="1" destOrd="0" presId="urn:microsoft.com/office/officeart/2005/8/layout/bProcess4"/>
    <dgm:cxn modelId="{B0E4D77D-59BD-4AFD-B29F-6E3E61E402D6}" type="presParOf" srcId="{0B368282-BBDC-4D83-B116-6EDC5D59852F}" destId="{8E31938D-4183-44F3-8FC5-A1EA2E7DC1AB}" srcOrd="13" destOrd="0" presId="urn:microsoft.com/office/officeart/2005/8/layout/bProcess4"/>
    <dgm:cxn modelId="{C96CCE9C-7C60-431E-BB0A-B14B6BE5EFE3}" type="presParOf" srcId="{0B368282-BBDC-4D83-B116-6EDC5D59852F}" destId="{1461F275-9E01-45BA-A388-B04757718FB0}" srcOrd="14" destOrd="0" presId="urn:microsoft.com/office/officeart/2005/8/layout/bProcess4"/>
    <dgm:cxn modelId="{A2B168B6-58B2-45AB-AE6E-55FAB362E38F}" type="presParOf" srcId="{1461F275-9E01-45BA-A388-B04757718FB0}" destId="{97BEBEEE-52AB-4614-97F8-7FF5CE79D525}" srcOrd="0" destOrd="0" presId="urn:microsoft.com/office/officeart/2005/8/layout/bProcess4"/>
    <dgm:cxn modelId="{69F74A2C-2EA3-4702-8257-53154169780F}" type="presParOf" srcId="{1461F275-9E01-45BA-A388-B04757718FB0}" destId="{EFB71A2D-9BB8-4754-B8D5-8709A5F69776}" srcOrd="1" destOrd="0" presId="urn:microsoft.com/office/officeart/2005/8/layout/bProcess4"/>
    <dgm:cxn modelId="{CF98EF40-9508-45B3-9413-BE6A40759B63}" type="presParOf" srcId="{0B368282-BBDC-4D83-B116-6EDC5D59852F}" destId="{26DD012A-EBF9-4740-9DEE-94084C33905A}" srcOrd="15" destOrd="0" presId="urn:microsoft.com/office/officeart/2005/8/layout/bProcess4"/>
    <dgm:cxn modelId="{A1984639-7D6F-44D9-8537-9EE48B5B1D0F}" type="presParOf" srcId="{0B368282-BBDC-4D83-B116-6EDC5D59852F}" destId="{FA2696A3-0C81-442A-81C2-ED1ADBF618E4}" srcOrd="16" destOrd="0" presId="urn:microsoft.com/office/officeart/2005/8/layout/bProcess4"/>
    <dgm:cxn modelId="{DBC77E76-6609-4C1A-8EEE-6C0544685CDE}" type="presParOf" srcId="{FA2696A3-0C81-442A-81C2-ED1ADBF618E4}" destId="{0187265B-1E81-4653-8193-0EEF3B6B170C}" srcOrd="0" destOrd="0" presId="urn:microsoft.com/office/officeart/2005/8/layout/bProcess4"/>
    <dgm:cxn modelId="{65DA627C-C282-4936-96AA-83E43E3DDD49}" type="presParOf" srcId="{FA2696A3-0C81-442A-81C2-ED1ADBF618E4}" destId="{6F3106C7-AD04-4C16-8ED4-CB5CAFB5E575}" srcOrd="1" destOrd="0" presId="urn:microsoft.com/office/officeart/2005/8/layout/bProcess4"/>
    <dgm:cxn modelId="{BBCAD095-F4C9-4EA9-8410-E5EAB6ECC01E}" type="presParOf" srcId="{0B368282-BBDC-4D83-B116-6EDC5D59852F}" destId="{755200CF-54A0-44F4-852B-F8115906F95F}" srcOrd="17" destOrd="0" presId="urn:microsoft.com/office/officeart/2005/8/layout/bProcess4"/>
    <dgm:cxn modelId="{D70FE223-4106-4480-BEE0-B69961ABC623}" type="presParOf" srcId="{0B368282-BBDC-4D83-B116-6EDC5D59852F}" destId="{1A085CA8-7B81-4B95-B484-78BA7B1F4E7E}" srcOrd="18" destOrd="0" presId="urn:microsoft.com/office/officeart/2005/8/layout/bProcess4"/>
    <dgm:cxn modelId="{B0F95A81-5658-43EE-929A-677D49A328C5}" type="presParOf" srcId="{1A085CA8-7B81-4B95-B484-78BA7B1F4E7E}" destId="{AEF473D3-BFD7-4BBB-AE18-D35FD3EF7F5E}" srcOrd="0" destOrd="0" presId="urn:microsoft.com/office/officeart/2005/8/layout/bProcess4"/>
    <dgm:cxn modelId="{DA142D3C-58A0-4DC5-B2E8-926B8E2FE97B}" type="presParOf" srcId="{1A085CA8-7B81-4B95-B484-78BA7B1F4E7E}" destId="{896225C7-F24F-473F-9581-081786127DE9}" srcOrd="1" destOrd="0" presId="urn:microsoft.com/office/officeart/2005/8/layout/bProcess4"/>
    <dgm:cxn modelId="{4AB0FE9E-62F5-4D56-9184-9E19D6611DE7}" type="presParOf" srcId="{0B368282-BBDC-4D83-B116-6EDC5D59852F}" destId="{ACF88974-493D-4B0E-8238-A35C40AFAAF9}" srcOrd="19" destOrd="0" presId="urn:microsoft.com/office/officeart/2005/8/layout/bProcess4"/>
    <dgm:cxn modelId="{1C895B76-BF41-45ED-BFEC-FD14B57ACE71}" type="presParOf" srcId="{0B368282-BBDC-4D83-B116-6EDC5D59852F}" destId="{585B7C20-3042-4915-BA65-A67115590DC2}" srcOrd="20" destOrd="0" presId="urn:microsoft.com/office/officeart/2005/8/layout/bProcess4"/>
    <dgm:cxn modelId="{57C9491A-20D6-4FCE-8EBD-CD8A841ABDD6}" type="presParOf" srcId="{585B7C20-3042-4915-BA65-A67115590DC2}" destId="{A60C4DF2-03AF-4CF2-A8BB-A80CA4DBD149}" srcOrd="0" destOrd="0" presId="urn:microsoft.com/office/officeart/2005/8/layout/bProcess4"/>
    <dgm:cxn modelId="{2BF7EFEA-1902-413E-938A-E62028255FBE}" type="presParOf" srcId="{585B7C20-3042-4915-BA65-A67115590DC2}" destId="{BD6D46BE-3634-4E91-AF5D-397448E6EA3D}" srcOrd="1" destOrd="0" presId="urn:microsoft.com/office/officeart/2005/8/layout/bProcess4"/>
    <dgm:cxn modelId="{EF6C8347-1DB1-4A4C-8A81-F5E6B04EB884}" type="presParOf" srcId="{0B368282-BBDC-4D83-B116-6EDC5D59852F}" destId="{84BAC5D4-FC74-4158-AC6E-7A15931743D8}" srcOrd="21" destOrd="0" presId="urn:microsoft.com/office/officeart/2005/8/layout/bProcess4"/>
    <dgm:cxn modelId="{0AECA2B3-42B6-4A99-B28B-521B2E657E22}" type="presParOf" srcId="{0B368282-BBDC-4D83-B116-6EDC5D59852F}" destId="{E270E83F-642B-46A5-894D-2B748FC1774F}" srcOrd="22" destOrd="0" presId="urn:microsoft.com/office/officeart/2005/8/layout/bProcess4"/>
    <dgm:cxn modelId="{45E21FBC-7CE8-4A72-A46D-88600A8C68FE}" type="presParOf" srcId="{E270E83F-642B-46A5-894D-2B748FC1774F}" destId="{2E3FA40A-087C-4C53-85D7-17E176DD46E7}" srcOrd="0" destOrd="0" presId="urn:microsoft.com/office/officeart/2005/8/layout/bProcess4"/>
    <dgm:cxn modelId="{F5983047-ABB9-4AFB-A7A8-4CF846713948}" type="presParOf" srcId="{E270E83F-642B-46A5-894D-2B748FC1774F}" destId="{280FAB7C-4470-4521-86CC-3FFDA401726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5E1B2-53E2-425E-8491-B8E1A9003B05}">
      <dsp:nvSpPr>
        <dsp:cNvPr id="0" name=""/>
        <dsp:cNvSpPr/>
      </dsp:nvSpPr>
      <dsp:spPr>
        <a:xfrm rot="5400000">
          <a:off x="143747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AB28-F5BC-40F4-B594-AF1B800D8BDD}">
      <dsp:nvSpPr>
        <dsp:cNvPr id="0" name=""/>
        <dsp:cNvSpPr/>
      </dsp:nvSpPr>
      <dsp:spPr>
        <a:xfrm>
          <a:off x="437741" y="1570"/>
          <a:ext cx="1727682" cy="1036609"/>
        </a:xfrm>
        <a:prstGeom prst="roundRect">
          <a:avLst>
            <a:gd name="adj" fmla="val 10000"/>
          </a:avLst>
        </a:prstGeom>
        <a:solidFill>
          <a:srgbClr val="F53B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kern="12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1931"/>
        <a:ext cx="1666960" cy="975887"/>
      </dsp:txXfrm>
    </dsp:sp>
    <dsp:sp modelId="{F6783476-7880-486F-8A19-AD6443E17613}">
      <dsp:nvSpPr>
        <dsp:cNvPr id="0" name=""/>
        <dsp:cNvSpPr/>
      </dsp:nvSpPr>
      <dsp:spPr>
        <a:xfrm rot="5400000">
          <a:off x="143747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7F34-24B3-4511-9F30-39CE7B2325BE}">
      <dsp:nvSpPr>
        <dsp:cNvPr id="0" name=""/>
        <dsp:cNvSpPr/>
      </dsp:nvSpPr>
      <dsp:spPr>
        <a:xfrm>
          <a:off x="437741" y="1297332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1327693"/>
        <a:ext cx="1666960" cy="975887"/>
      </dsp:txXfrm>
    </dsp:sp>
    <dsp:sp modelId="{0D2E48E3-A5A9-4502-8785-8E281174EFAE}">
      <dsp:nvSpPr>
        <dsp:cNvPr id="0" name=""/>
        <dsp:cNvSpPr/>
      </dsp:nvSpPr>
      <dsp:spPr>
        <a:xfrm rot="5400000">
          <a:off x="143747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7BE3-835A-4D38-BDA2-DD3176B48E84}">
      <dsp:nvSpPr>
        <dsp:cNvPr id="0" name=""/>
        <dsp:cNvSpPr/>
      </dsp:nvSpPr>
      <dsp:spPr>
        <a:xfrm>
          <a:off x="437741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sp:txBody>
      <dsp:txXfrm>
        <a:off x="468102" y="2623454"/>
        <a:ext cx="1666960" cy="975887"/>
      </dsp:txXfrm>
    </dsp:sp>
    <dsp:sp modelId="{D273A848-8F4D-4694-B756-1CCB40FE6C6F}">
      <dsp:nvSpPr>
        <dsp:cNvPr id="0" name=""/>
        <dsp:cNvSpPr/>
      </dsp:nvSpPr>
      <dsp:spPr>
        <a:xfrm>
          <a:off x="791627" y="4065798"/>
          <a:ext cx="2289467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39562-E026-4A60-97CA-63FAA81D076B}">
      <dsp:nvSpPr>
        <dsp:cNvPr id="0" name=""/>
        <dsp:cNvSpPr/>
      </dsp:nvSpPr>
      <dsp:spPr>
        <a:xfrm>
          <a:off x="437741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919216"/>
        <a:ext cx="1666960" cy="975887"/>
      </dsp:txXfrm>
    </dsp:sp>
    <dsp:sp modelId="{2652D94E-617B-46C8-B1F4-764B0720A550}">
      <dsp:nvSpPr>
        <dsp:cNvPr id="0" name=""/>
        <dsp:cNvSpPr/>
      </dsp:nvSpPr>
      <dsp:spPr>
        <a:xfrm rot="16200000">
          <a:off x="2441564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C35A5-6565-4F73-8043-DB2BB05DDE74}">
      <dsp:nvSpPr>
        <dsp:cNvPr id="0" name=""/>
        <dsp:cNvSpPr/>
      </dsp:nvSpPr>
      <dsp:spPr>
        <a:xfrm>
          <a:off x="2735559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919216"/>
        <a:ext cx="1666960" cy="975887"/>
      </dsp:txXfrm>
    </dsp:sp>
    <dsp:sp modelId="{BF9F290A-A73D-496E-9001-510347B3CDBC}">
      <dsp:nvSpPr>
        <dsp:cNvPr id="0" name=""/>
        <dsp:cNvSpPr/>
      </dsp:nvSpPr>
      <dsp:spPr>
        <a:xfrm rot="16200000">
          <a:off x="2441564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A96-92EF-4627-8F1E-862EB12CFF3E}">
      <dsp:nvSpPr>
        <dsp:cNvPr id="0" name=""/>
        <dsp:cNvSpPr/>
      </dsp:nvSpPr>
      <dsp:spPr>
        <a:xfrm>
          <a:off x="2735559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2623454"/>
        <a:ext cx="1666960" cy="975887"/>
      </dsp:txXfrm>
    </dsp:sp>
    <dsp:sp modelId="{8E31938D-4183-44F3-8FC5-A1EA2E7DC1AB}">
      <dsp:nvSpPr>
        <dsp:cNvPr id="0" name=""/>
        <dsp:cNvSpPr/>
      </dsp:nvSpPr>
      <dsp:spPr>
        <a:xfrm rot="16200000">
          <a:off x="2441564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D1DC6-3A15-4B3A-B750-1C92F42A857C}">
      <dsp:nvSpPr>
        <dsp:cNvPr id="0" name=""/>
        <dsp:cNvSpPr/>
      </dsp:nvSpPr>
      <dsp:spPr>
        <a:xfrm>
          <a:off x="2735559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1327693"/>
        <a:ext cx="1666960" cy="975887"/>
      </dsp:txXfrm>
    </dsp:sp>
    <dsp:sp modelId="{26DD012A-EBF9-4740-9DEE-94084C33905A}">
      <dsp:nvSpPr>
        <dsp:cNvPr id="0" name=""/>
        <dsp:cNvSpPr/>
      </dsp:nvSpPr>
      <dsp:spPr>
        <a:xfrm>
          <a:off x="3089445" y="178513"/>
          <a:ext cx="2414586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71A2D-9BB8-4754-B8D5-8709A5F69776}">
      <dsp:nvSpPr>
        <dsp:cNvPr id="0" name=""/>
        <dsp:cNvSpPr/>
      </dsp:nvSpPr>
      <dsp:spPr>
        <a:xfrm>
          <a:off x="2735559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1931"/>
        <a:ext cx="1666960" cy="975887"/>
      </dsp:txXfrm>
    </dsp:sp>
    <dsp:sp modelId="{755200CF-54A0-44F4-852B-F8115906F95F}">
      <dsp:nvSpPr>
        <dsp:cNvPr id="0" name=""/>
        <dsp:cNvSpPr/>
      </dsp:nvSpPr>
      <dsp:spPr>
        <a:xfrm rot="5400000">
          <a:off x="4864500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106C7-AD04-4C16-8ED4-CB5CAFB5E575}">
      <dsp:nvSpPr>
        <dsp:cNvPr id="0" name=""/>
        <dsp:cNvSpPr/>
      </dsp:nvSpPr>
      <dsp:spPr>
        <a:xfrm>
          <a:off x="5158495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1931"/>
        <a:ext cx="1666960" cy="975887"/>
      </dsp:txXfrm>
    </dsp:sp>
    <dsp:sp modelId="{ACF88974-493D-4B0E-8238-A35C40AFAAF9}">
      <dsp:nvSpPr>
        <dsp:cNvPr id="0" name=""/>
        <dsp:cNvSpPr/>
      </dsp:nvSpPr>
      <dsp:spPr>
        <a:xfrm rot="5400000">
          <a:off x="4864500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225C7-F24F-473F-9581-081786127DE9}">
      <dsp:nvSpPr>
        <dsp:cNvPr id="0" name=""/>
        <dsp:cNvSpPr/>
      </dsp:nvSpPr>
      <dsp:spPr>
        <a:xfrm>
          <a:off x="5158495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1327693"/>
        <a:ext cx="1666960" cy="975887"/>
      </dsp:txXfrm>
    </dsp:sp>
    <dsp:sp modelId="{84BAC5D4-FC74-4158-AC6E-7A15931743D8}">
      <dsp:nvSpPr>
        <dsp:cNvPr id="0" name=""/>
        <dsp:cNvSpPr/>
      </dsp:nvSpPr>
      <dsp:spPr>
        <a:xfrm rot="5400000">
          <a:off x="4864500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D46BE-3634-4E91-AF5D-397448E6EA3D}">
      <dsp:nvSpPr>
        <dsp:cNvPr id="0" name=""/>
        <dsp:cNvSpPr/>
      </dsp:nvSpPr>
      <dsp:spPr>
        <a:xfrm>
          <a:off x="5033376" y="2593093"/>
          <a:ext cx="1977919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kern="12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sp:txBody>
      <dsp:txXfrm>
        <a:off x="5063737" y="2623454"/>
        <a:ext cx="1917197" cy="975887"/>
      </dsp:txXfrm>
    </dsp:sp>
    <dsp:sp modelId="{280FAB7C-4470-4521-86CC-3FFDA401726F}">
      <dsp:nvSpPr>
        <dsp:cNvPr id="0" name=""/>
        <dsp:cNvSpPr/>
      </dsp:nvSpPr>
      <dsp:spPr>
        <a:xfrm>
          <a:off x="5158495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919216"/>
        <a:ext cx="1666960" cy="9758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5E1B2-53E2-425E-8491-B8E1A9003B05}">
      <dsp:nvSpPr>
        <dsp:cNvPr id="0" name=""/>
        <dsp:cNvSpPr/>
      </dsp:nvSpPr>
      <dsp:spPr>
        <a:xfrm rot="5400000">
          <a:off x="143747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AB28-F5BC-40F4-B594-AF1B800D8BDD}">
      <dsp:nvSpPr>
        <dsp:cNvPr id="0" name=""/>
        <dsp:cNvSpPr/>
      </dsp:nvSpPr>
      <dsp:spPr>
        <a:xfrm>
          <a:off x="437741" y="1570"/>
          <a:ext cx="1727682" cy="1036609"/>
        </a:xfrm>
        <a:prstGeom prst="roundRect">
          <a:avLst>
            <a:gd name="adj" fmla="val 10000"/>
          </a:avLst>
        </a:prstGeom>
        <a:solidFill>
          <a:srgbClr val="F53B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kern="12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1931"/>
        <a:ext cx="1666960" cy="975887"/>
      </dsp:txXfrm>
    </dsp:sp>
    <dsp:sp modelId="{F6783476-7880-486F-8A19-AD6443E17613}">
      <dsp:nvSpPr>
        <dsp:cNvPr id="0" name=""/>
        <dsp:cNvSpPr/>
      </dsp:nvSpPr>
      <dsp:spPr>
        <a:xfrm rot="5400000">
          <a:off x="143747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7F34-24B3-4511-9F30-39CE7B2325BE}">
      <dsp:nvSpPr>
        <dsp:cNvPr id="0" name=""/>
        <dsp:cNvSpPr/>
      </dsp:nvSpPr>
      <dsp:spPr>
        <a:xfrm>
          <a:off x="437741" y="1297332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1327693"/>
        <a:ext cx="1666960" cy="975887"/>
      </dsp:txXfrm>
    </dsp:sp>
    <dsp:sp modelId="{0D2E48E3-A5A9-4502-8785-8E281174EFAE}">
      <dsp:nvSpPr>
        <dsp:cNvPr id="0" name=""/>
        <dsp:cNvSpPr/>
      </dsp:nvSpPr>
      <dsp:spPr>
        <a:xfrm rot="5400000">
          <a:off x="143747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7BE3-835A-4D38-BDA2-DD3176B48E84}">
      <dsp:nvSpPr>
        <dsp:cNvPr id="0" name=""/>
        <dsp:cNvSpPr/>
      </dsp:nvSpPr>
      <dsp:spPr>
        <a:xfrm>
          <a:off x="437741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sp:txBody>
      <dsp:txXfrm>
        <a:off x="468102" y="2623454"/>
        <a:ext cx="1666960" cy="975887"/>
      </dsp:txXfrm>
    </dsp:sp>
    <dsp:sp modelId="{D273A848-8F4D-4694-B756-1CCB40FE6C6F}">
      <dsp:nvSpPr>
        <dsp:cNvPr id="0" name=""/>
        <dsp:cNvSpPr/>
      </dsp:nvSpPr>
      <dsp:spPr>
        <a:xfrm>
          <a:off x="791627" y="4065798"/>
          <a:ext cx="2289467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39562-E026-4A60-97CA-63FAA81D076B}">
      <dsp:nvSpPr>
        <dsp:cNvPr id="0" name=""/>
        <dsp:cNvSpPr/>
      </dsp:nvSpPr>
      <dsp:spPr>
        <a:xfrm>
          <a:off x="437741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919216"/>
        <a:ext cx="1666960" cy="975887"/>
      </dsp:txXfrm>
    </dsp:sp>
    <dsp:sp modelId="{2652D94E-617B-46C8-B1F4-764B0720A550}">
      <dsp:nvSpPr>
        <dsp:cNvPr id="0" name=""/>
        <dsp:cNvSpPr/>
      </dsp:nvSpPr>
      <dsp:spPr>
        <a:xfrm rot="16200000">
          <a:off x="2441564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C35A5-6565-4F73-8043-DB2BB05DDE74}">
      <dsp:nvSpPr>
        <dsp:cNvPr id="0" name=""/>
        <dsp:cNvSpPr/>
      </dsp:nvSpPr>
      <dsp:spPr>
        <a:xfrm>
          <a:off x="2735559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919216"/>
        <a:ext cx="1666960" cy="975887"/>
      </dsp:txXfrm>
    </dsp:sp>
    <dsp:sp modelId="{BF9F290A-A73D-496E-9001-510347B3CDBC}">
      <dsp:nvSpPr>
        <dsp:cNvPr id="0" name=""/>
        <dsp:cNvSpPr/>
      </dsp:nvSpPr>
      <dsp:spPr>
        <a:xfrm rot="16200000">
          <a:off x="2441564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A96-92EF-4627-8F1E-862EB12CFF3E}">
      <dsp:nvSpPr>
        <dsp:cNvPr id="0" name=""/>
        <dsp:cNvSpPr/>
      </dsp:nvSpPr>
      <dsp:spPr>
        <a:xfrm>
          <a:off x="2735559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2623454"/>
        <a:ext cx="1666960" cy="975887"/>
      </dsp:txXfrm>
    </dsp:sp>
    <dsp:sp modelId="{8E31938D-4183-44F3-8FC5-A1EA2E7DC1AB}">
      <dsp:nvSpPr>
        <dsp:cNvPr id="0" name=""/>
        <dsp:cNvSpPr/>
      </dsp:nvSpPr>
      <dsp:spPr>
        <a:xfrm rot="16200000">
          <a:off x="2441564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D1DC6-3A15-4B3A-B750-1C92F42A857C}">
      <dsp:nvSpPr>
        <dsp:cNvPr id="0" name=""/>
        <dsp:cNvSpPr/>
      </dsp:nvSpPr>
      <dsp:spPr>
        <a:xfrm>
          <a:off x="2735559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1327693"/>
        <a:ext cx="1666960" cy="975887"/>
      </dsp:txXfrm>
    </dsp:sp>
    <dsp:sp modelId="{26DD012A-EBF9-4740-9DEE-94084C33905A}">
      <dsp:nvSpPr>
        <dsp:cNvPr id="0" name=""/>
        <dsp:cNvSpPr/>
      </dsp:nvSpPr>
      <dsp:spPr>
        <a:xfrm>
          <a:off x="3089445" y="178513"/>
          <a:ext cx="2414586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71A2D-9BB8-4754-B8D5-8709A5F69776}">
      <dsp:nvSpPr>
        <dsp:cNvPr id="0" name=""/>
        <dsp:cNvSpPr/>
      </dsp:nvSpPr>
      <dsp:spPr>
        <a:xfrm>
          <a:off x="2735559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1931"/>
        <a:ext cx="1666960" cy="975887"/>
      </dsp:txXfrm>
    </dsp:sp>
    <dsp:sp modelId="{755200CF-54A0-44F4-852B-F8115906F95F}">
      <dsp:nvSpPr>
        <dsp:cNvPr id="0" name=""/>
        <dsp:cNvSpPr/>
      </dsp:nvSpPr>
      <dsp:spPr>
        <a:xfrm rot="5400000">
          <a:off x="4864500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106C7-AD04-4C16-8ED4-CB5CAFB5E575}">
      <dsp:nvSpPr>
        <dsp:cNvPr id="0" name=""/>
        <dsp:cNvSpPr/>
      </dsp:nvSpPr>
      <dsp:spPr>
        <a:xfrm>
          <a:off x="5158495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1931"/>
        <a:ext cx="1666960" cy="975887"/>
      </dsp:txXfrm>
    </dsp:sp>
    <dsp:sp modelId="{ACF88974-493D-4B0E-8238-A35C40AFAAF9}">
      <dsp:nvSpPr>
        <dsp:cNvPr id="0" name=""/>
        <dsp:cNvSpPr/>
      </dsp:nvSpPr>
      <dsp:spPr>
        <a:xfrm rot="5400000">
          <a:off x="4864500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225C7-F24F-473F-9581-081786127DE9}">
      <dsp:nvSpPr>
        <dsp:cNvPr id="0" name=""/>
        <dsp:cNvSpPr/>
      </dsp:nvSpPr>
      <dsp:spPr>
        <a:xfrm>
          <a:off x="5158495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1327693"/>
        <a:ext cx="1666960" cy="975887"/>
      </dsp:txXfrm>
    </dsp:sp>
    <dsp:sp modelId="{84BAC5D4-FC74-4158-AC6E-7A15931743D8}">
      <dsp:nvSpPr>
        <dsp:cNvPr id="0" name=""/>
        <dsp:cNvSpPr/>
      </dsp:nvSpPr>
      <dsp:spPr>
        <a:xfrm rot="5400000">
          <a:off x="4864500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D46BE-3634-4E91-AF5D-397448E6EA3D}">
      <dsp:nvSpPr>
        <dsp:cNvPr id="0" name=""/>
        <dsp:cNvSpPr/>
      </dsp:nvSpPr>
      <dsp:spPr>
        <a:xfrm>
          <a:off x="5033376" y="2593093"/>
          <a:ext cx="1977919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kern="12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sp:txBody>
      <dsp:txXfrm>
        <a:off x="5063737" y="2623454"/>
        <a:ext cx="1917197" cy="975887"/>
      </dsp:txXfrm>
    </dsp:sp>
    <dsp:sp modelId="{280FAB7C-4470-4521-86CC-3FFDA401726F}">
      <dsp:nvSpPr>
        <dsp:cNvPr id="0" name=""/>
        <dsp:cNvSpPr/>
      </dsp:nvSpPr>
      <dsp:spPr>
        <a:xfrm>
          <a:off x="5158495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919216"/>
        <a:ext cx="1666960" cy="975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5E1B2-53E2-425E-8491-B8E1A9003B05}">
      <dsp:nvSpPr>
        <dsp:cNvPr id="0" name=""/>
        <dsp:cNvSpPr/>
      </dsp:nvSpPr>
      <dsp:spPr>
        <a:xfrm rot="5400000">
          <a:off x="143747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AB28-F5BC-40F4-B594-AF1B800D8BDD}">
      <dsp:nvSpPr>
        <dsp:cNvPr id="0" name=""/>
        <dsp:cNvSpPr/>
      </dsp:nvSpPr>
      <dsp:spPr>
        <a:xfrm>
          <a:off x="437741" y="1570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kern="12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1931"/>
        <a:ext cx="1666960" cy="975887"/>
      </dsp:txXfrm>
    </dsp:sp>
    <dsp:sp modelId="{F6783476-7880-486F-8A19-AD6443E17613}">
      <dsp:nvSpPr>
        <dsp:cNvPr id="0" name=""/>
        <dsp:cNvSpPr/>
      </dsp:nvSpPr>
      <dsp:spPr>
        <a:xfrm rot="5400000">
          <a:off x="143747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7F34-24B3-4511-9F30-39CE7B2325BE}">
      <dsp:nvSpPr>
        <dsp:cNvPr id="0" name=""/>
        <dsp:cNvSpPr/>
      </dsp:nvSpPr>
      <dsp:spPr>
        <a:xfrm>
          <a:off x="437741" y="1297332"/>
          <a:ext cx="1727682" cy="103660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1327693"/>
        <a:ext cx="1666960" cy="975887"/>
      </dsp:txXfrm>
    </dsp:sp>
    <dsp:sp modelId="{0D2E48E3-A5A9-4502-8785-8E281174EFAE}">
      <dsp:nvSpPr>
        <dsp:cNvPr id="0" name=""/>
        <dsp:cNvSpPr/>
      </dsp:nvSpPr>
      <dsp:spPr>
        <a:xfrm rot="5400000">
          <a:off x="143747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7BE3-835A-4D38-BDA2-DD3176B48E84}">
      <dsp:nvSpPr>
        <dsp:cNvPr id="0" name=""/>
        <dsp:cNvSpPr/>
      </dsp:nvSpPr>
      <dsp:spPr>
        <a:xfrm>
          <a:off x="437741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sp:txBody>
      <dsp:txXfrm>
        <a:off x="468102" y="2623454"/>
        <a:ext cx="1666960" cy="975887"/>
      </dsp:txXfrm>
    </dsp:sp>
    <dsp:sp modelId="{D273A848-8F4D-4694-B756-1CCB40FE6C6F}">
      <dsp:nvSpPr>
        <dsp:cNvPr id="0" name=""/>
        <dsp:cNvSpPr/>
      </dsp:nvSpPr>
      <dsp:spPr>
        <a:xfrm>
          <a:off x="791627" y="4065798"/>
          <a:ext cx="2289467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39562-E026-4A60-97CA-63FAA81D076B}">
      <dsp:nvSpPr>
        <dsp:cNvPr id="0" name=""/>
        <dsp:cNvSpPr/>
      </dsp:nvSpPr>
      <dsp:spPr>
        <a:xfrm>
          <a:off x="437741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919216"/>
        <a:ext cx="1666960" cy="975887"/>
      </dsp:txXfrm>
    </dsp:sp>
    <dsp:sp modelId="{2652D94E-617B-46C8-B1F4-764B0720A550}">
      <dsp:nvSpPr>
        <dsp:cNvPr id="0" name=""/>
        <dsp:cNvSpPr/>
      </dsp:nvSpPr>
      <dsp:spPr>
        <a:xfrm rot="16200000">
          <a:off x="2441564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C35A5-6565-4F73-8043-DB2BB05DDE74}">
      <dsp:nvSpPr>
        <dsp:cNvPr id="0" name=""/>
        <dsp:cNvSpPr/>
      </dsp:nvSpPr>
      <dsp:spPr>
        <a:xfrm>
          <a:off x="2735559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919216"/>
        <a:ext cx="1666960" cy="975887"/>
      </dsp:txXfrm>
    </dsp:sp>
    <dsp:sp modelId="{BF9F290A-A73D-496E-9001-510347B3CDBC}">
      <dsp:nvSpPr>
        <dsp:cNvPr id="0" name=""/>
        <dsp:cNvSpPr/>
      </dsp:nvSpPr>
      <dsp:spPr>
        <a:xfrm rot="16200000">
          <a:off x="2441564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A96-92EF-4627-8F1E-862EB12CFF3E}">
      <dsp:nvSpPr>
        <dsp:cNvPr id="0" name=""/>
        <dsp:cNvSpPr/>
      </dsp:nvSpPr>
      <dsp:spPr>
        <a:xfrm>
          <a:off x="2735559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2623454"/>
        <a:ext cx="1666960" cy="975887"/>
      </dsp:txXfrm>
    </dsp:sp>
    <dsp:sp modelId="{8E31938D-4183-44F3-8FC5-A1EA2E7DC1AB}">
      <dsp:nvSpPr>
        <dsp:cNvPr id="0" name=""/>
        <dsp:cNvSpPr/>
      </dsp:nvSpPr>
      <dsp:spPr>
        <a:xfrm rot="16200000">
          <a:off x="2441564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D1DC6-3A15-4B3A-B750-1C92F42A857C}">
      <dsp:nvSpPr>
        <dsp:cNvPr id="0" name=""/>
        <dsp:cNvSpPr/>
      </dsp:nvSpPr>
      <dsp:spPr>
        <a:xfrm>
          <a:off x="2735559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1327693"/>
        <a:ext cx="1666960" cy="975887"/>
      </dsp:txXfrm>
    </dsp:sp>
    <dsp:sp modelId="{26DD012A-EBF9-4740-9DEE-94084C33905A}">
      <dsp:nvSpPr>
        <dsp:cNvPr id="0" name=""/>
        <dsp:cNvSpPr/>
      </dsp:nvSpPr>
      <dsp:spPr>
        <a:xfrm>
          <a:off x="3089445" y="178513"/>
          <a:ext cx="2414586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71A2D-9BB8-4754-B8D5-8709A5F69776}">
      <dsp:nvSpPr>
        <dsp:cNvPr id="0" name=""/>
        <dsp:cNvSpPr/>
      </dsp:nvSpPr>
      <dsp:spPr>
        <a:xfrm>
          <a:off x="2735559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1931"/>
        <a:ext cx="1666960" cy="975887"/>
      </dsp:txXfrm>
    </dsp:sp>
    <dsp:sp modelId="{755200CF-54A0-44F4-852B-F8115906F95F}">
      <dsp:nvSpPr>
        <dsp:cNvPr id="0" name=""/>
        <dsp:cNvSpPr/>
      </dsp:nvSpPr>
      <dsp:spPr>
        <a:xfrm rot="5400000">
          <a:off x="4864500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106C7-AD04-4C16-8ED4-CB5CAFB5E575}">
      <dsp:nvSpPr>
        <dsp:cNvPr id="0" name=""/>
        <dsp:cNvSpPr/>
      </dsp:nvSpPr>
      <dsp:spPr>
        <a:xfrm>
          <a:off x="5158495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1931"/>
        <a:ext cx="1666960" cy="975887"/>
      </dsp:txXfrm>
    </dsp:sp>
    <dsp:sp modelId="{ACF88974-493D-4B0E-8238-A35C40AFAAF9}">
      <dsp:nvSpPr>
        <dsp:cNvPr id="0" name=""/>
        <dsp:cNvSpPr/>
      </dsp:nvSpPr>
      <dsp:spPr>
        <a:xfrm rot="5400000">
          <a:off x="4864500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225C7-F24F-473F-9581-081786127DE9}">
      <dsp:nvSpPr>
        <dsp:cNvPr id="0" name=""/>
        <dsp:cNvSpPr/>
      </dsp:nvSpPr>
      <dsp:spPr>
        <a:xfrm>
          <a:off x="5158495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1327693"/>
        <a:ext cx="1666960" cy="975887"/>
      </dsp:txXfrm>
    </dsp:sp>
    <dsp:sp modelId="{84BAC5D4-FC74-4158-AC6E-7A15931743D8}">
      <dsp:nvSpPr>
        <dsp:cNvPr id="0" name=""/>
        <dsp:cNvSpPr/>
      </dsp:nvSpPr>
      <dsp:spPr>
        <a:xfrm rot="5400000">
          <a:off x="4864500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D46BE-3634-4E91-AF5D-397448E6EA3D}">
      <dsp:nvSpPr>
        <dsp:cNvPr id="0" name=""/>
        <dsp:cNvSpPr/>
      </dsp:nvSpPr>
      <dsp:spPr>
        <a:xfrm>
          <a:off x="5033376" y="2593093"/>
          <a:ext cx="1977919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kern="12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sp:txBody>
      <dsp:txXfrm>
        <a:off x="5063737" y="2623454"/>
        <a:ext cx="1917197" cy="975887"/>
      </dsp:txXfrm>
    </dsp:sp>
    <dsp:sp modelId="{280FAB7C-4470-4521-86CC-3FFDA401726F}">
      <dsp:nvSpPr>
        <dsp:cNvPr id="0" name=""/>
        <dsp:cNvSpPr/>
      </dsp:nvSpPr>
      <dsp:spPr>
        <a:xfrm>
          <a:off x="5158495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919216"/>
        <a:ext cx="1666960" cy="9758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5E1B2-53E2-425E-8491-B8E1A9003B05}">
      <dsp:nvSpPr>
        <dsp:cNvPr id="0" name=""/>
        <dsp:cNvSpPr/>
      </dsp:nvSpPr>
      <dsp:spPr>
        <a:xfrm rot="5400000">
          <a:off x="143747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AB28-F5BC-40F4-B594-AF1B800D8BDD}">
      <dsp:nvSpPr>
        <dsp:cNvPr id="0" name=""/>
        <dsp:cNvSpPr/>
      </dsp:nvSpPr>
      <dsp:spPr>
        <a:xfrm>
          <a:off x="437741" y="1570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kern="12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1931"/>
        <a:ext cx="1666960" cy="975887"/>
      </dsp:txXfrm>
    </dsp:sp>
    <dsp:sp modelId="{F6783476-7880-486F-8A19-AD6443E17613}">
      <dsp:nvSpPr>
        <dsp:cNvPr id="0" name=""/>
        <dsp:cNvSpPr/>
      </dsp:nvSpPr>
      <dsp:spPr>
        <a:xfrm rot="5400000">
          <a:off x="143747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7F34-24B3-4511-9F30-39CE7B2325BE}">
      <dsp:nvSpPr>
        <dsp:cNvPr id="0" name=""/>
        <dsp:cNvSpPr/>
      </dsp:nvSpPr>
      <dsp:spPr>
        <a:xfrm>
          <a:off x="437741" y="1297332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1327693"/>
        <a:ext cx="1666960" cy="975887"/>
      </dsp:txXfrm>
    </dsp:sp>
    <dsp:sp modelId="{0D2E48E3-A5A9-4502-8785-8E281174EFAE}">
      <dsp:nvSpPr>
        <dsp:cNvPr id="0" name=""/>
        <dsp:cNvSpPr/>
      </dsp:nvSpPr>
      <dsp:spPr>
        <a:xfrm rot="5400000">
          <a:off x="143747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7BE3-835A-4D38-BDA2-DD3176B48E84}">
      <dsp:nvSpPr>
        <dsp:cNvPr id="0" name=""/>
        <dsp:cNvSpPr/>
      </dsp:nvSpPr>
      <dsp:spPr>
        <a:xfrm>
          <a:off x="437741" y="2593093"/>
          <a:ext cx="1727682" cy="103660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sp:txBody>
      <dsp:txXfrm>
        <a:off x="468102" y="2623454"/>
        <a:ext cx="1666960" cy="975887"/>
      </dsp:txXfrm>
    </dsp:sp>
    <dsp:sp modelId="{D273A848-8F4D-4694-B756-1CCB40FE6C6F}">
      <dsp:nvSpPr>
        <dsp:cNvPr id="0" name=""/>
        <dsp:cNvSpPr/>
      </dsp:nvSpPr>
      <dsp:spPr>
        <a:xfrm>
          <a:off x="791627" y="4065798"/>
          <a:ext cx="2289467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39562-E026-4A60-97CA-63FAA81D076B}">
      <dsp:nvSpPr>
        <dsp:cNvPr id="0" name=""/>
        <dsp:cNvSpPr/>
      </dsp:nvSpPr>
      <dsp:spPr>
        <a:xfrm>
          <a:off x="437741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919216"/>
        <a:ext cx="1666960" cy="975887"/>
      </dsp:txXfrm>
    </dsp:sp>
    <dsp:sp modelId="{2652D94E-617B-46C8-B1F4-764B0720A550}">
      <dsp:nvSpPr>
        <dsp:cNvPr id="0" name=""/>
        <dsp:cNvSpPr/>
      </dsp:nvSpPr>
      <dsp:spPr>
        <a:xfrm rot="16200000">
          <a:off x="2441564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C35A5-6565-4F73-8043-DB2BB05DDE74}">
      <dsp:nvSpPr>
        <dsp:cNvPr id="0" name=""/>
        <dsp:cNvSpPr/>
      </dsp:nvSpPr>
      <dsp:spPr>
        <a:xfrm>
          <a:off x="2735559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919216"/>
        <a:ext cx="1666960" cy="975887"/>
      </dsp:txXfrm>
    </dsp:sp>
    <dsp:sp modelId="{BF9F290A-A73D-496E-9001-510347B3CDBC}">
      <dsp:nvSpPr>
        <dsp:cNvPr id="0" name=""/>
        <dsp:cNvSpPr/>
      </dsp:nvSpPr>
      <dsp:spPr>
        <a:xfrm rot="16200000">
          <a:off x="2441564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A96-92EF-4627-8F1E-862EB12CFF3E}">
      <dsp:nvSpPr>
        <dsp:cNvPr id="0" name=""/>
        <dsp:cNvSpPr/>
      </dsp:nvSpPr>
      <dsp:spPr>
        <a:xfrm>
          <a:off x="2735559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2623454"/>
        <a:ext cx="1666960" cy="975887"/>
      </dsp:txXfrm>
    </dsp:sp>
    <dsp:sp modelId="{8E31938D-4183-44F3-8FC5-A1EA2E7DC1AB}">
      <dsp:nvSpPr>
        <dsp:cNvPr id="0" name=""/>
        <dsp:cNvSpPr/>
      </dsp:nvSpPr>
      <dsp:spPr>
        <a:xfrm rot="16200000">
          <a:off x="2441564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D1DC6-3A15-4B3A-B750-1C92F42A857C}">
      <dsp:nvSpPr>
        <dsp:cNvPr id="0" name=""/>
        <dsp:cNvSpPr/>
      </dsp:nvSpPr>
      <dsp:spPr>
        <a:xfrm>
          <a:off x="2735559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1327693"/>
        <a:ext cx="1666960" cy="975887"/>
      </dsp:txXfrm>
    </dsp:sp>
    <dsp:sp modelId="{26DD012A-EBF9-4740-9DEE-94084C33905A}">
      <dsp:nvSpPr>
        <dsp:cNvPr id="0" name=""/>
        <dsp:cNvSpPr/>
      </dsp:nvSpPr>
      <dsp:spPr>
        <a:xfrm>
          <a:off x="3089445" y="178513"/>
          <a:ext cx="2414586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71A2D-9BB8-4754-B8D5-8709A5F69776}">
      <dsp:nvSpPr>
        <dsp:cNvPr id="0" name=""/>
        <dsp:cNvSpPr/>
      </dsp:nvSpPr>
      <dsp:spPr>
        <a:xfrm>
          <a:off x="2735559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1931"/>
        <a:ext cx="1666960" cy="975887"/>
      </dsp:txXfrm>
    </dsp:sp>
    <dsp:sp modelId="{755200CF-54A0-44F4-852B-F8115906F95F}">
      <dsp:nvSpPr>
        <dsp:cNvPr id="0" name=""/>
        <dsp:cNvSpPr/>
      </dsp:nvSpPr>
      <dsp:spPr>
        <a:xfrm rot="5400000">
          <a:off x="4864500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106C7-AD04-4C16-8ED4-CB5CAFB5E575}">
      <dsp:nvSpPr>
        <dsp:cNvPr id="0" name=""/>
        <dsp:cNvSpPr/>
      </dsp:nvSpPr>
      <dsp:spPr>
        <a:xfrm>
          <a:off x="5158495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1931"/>
        <a:ext cx="1666960" cy="975887"/>
      </dsp:txXfrm>
    </dsp:sp>
    <dsp:sp modelId="{ACF88974-493D-4B0E-8238-A35C40AFAAF9}">
      <dsp:nvSpPr>
        <dsp:cNvPr id="0" name=""/>
        <dsp:cNvSpPr/>
      </dsp:nvSpPr>
      <dsp:spPr>
        <a:xfrm rot="5400000">
          <a:off x="4864500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225C7-F24F-473F-9581-081786127DE9}">
      <dsp:nvSpPr>
        <dsp:cNvPr id="0" name=""/>
        <dsp:cNvSpPr/>
      </dsp:nvSpPr>
      <dsp:spPr>
        <a:xfrm>
          <a:off x="5158495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1327693"/>
        <a:ext cx="1666960" cy="975887"/>
      </dsp:txXfrm>
    </dsp:sp>
    <dsp:sp modelId="{84BAC5D4-FC74-4158-AC6E-7A15931743D8}">
      <dsp:nvSpPr>
        <dsp:cNvPr id="0" name=""/>
        <dsp:cNvSpPr/>
      </dsp:nvSpPr>
      <dsp:spPr>
        <a:xfrm rot="5400000">
          <a:off x="4864500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D46BE-3634-4E91-AF5D-397448E6EA3D}">
      <dsp:nvSpPr>
        <dsp:cNvPr id="0" name=""/>
        <dsp:cNvSpPr/>
      </dsp:nvSpPr>
      <dsp:spPr>
        <a:xfrm>
          <a:off x="5033376" y="2593093"/>
          <a:ext cx="1977919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kern="12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sp:txBody>
      <dsp:txXfrm>
        <a:off x="5063737" y="2623454"/>
        <a:ext cx="1917197" cy="975887"/>
      </dsp:txXfrm>
    </dsp:sp>
    <dsp:sp modelId="{280FAB7C-4470-4521-86CC-3FFDA401726F}">
      <dsp:nvSpPr>
        <dsp:cNvPr id="0" name=""/>
        <dsp:cNvSpPr/>
      </dsp:nvSpPr>
      <dsp:spPr>
        <a:xfrm>
          <a:off x="5158495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919216"/>
        <a:ext cx="1666960" cy="9758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5E1B2-53E2-425E-8491-B8E1A9003B05}">
      <dsp:nvSpPr>
        <dsp:cNvPr id="0" name=""/>
        <dsp:cNvSpPr/>
      </dsp:nvSpPr>
      <dsp:spPr>
        <a:xfrm rot="5400000">
          <a:off x="143747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AB28-F5BC-40F4-B594-AF1B800D8BDD}">
      <dsp:nvSpPr>
        <dsp:cNvPr id="0" name=""/>
        <dsp:cNvSpPr/>
      </dsp:nvSpPr>
      <dsp:spPr>
        <a:xfrm>
          <a:off x="437741" y="1570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kern="12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1931"/>
        <a:ext cx="1666960" cy="975887"/>
      </dsp:txXfrm>
    </dsp:sp>
    <dsp:sp modelId="{F6783476-7880-486F-8A19-AD6443E17613}">
      <dsp:nvSpPr>
        <dsp:cNvPr id="0" name=""/>
        <dsp:cNvSpPr/>
      </dsp:nvSpPr>
      <dsp:spPr>
        <a:xfrm rot="5400000">
          <a:off x="143747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7F34-24B3-4511-9F30-39CE7B2325BE}">
      <dsp:nvSpPr>
        <dsp:cNvPr id="0" name=""/>
        <dsp:cNvSpPr/>
      </dsp:nvSpPr>
      <dsp:spPr>
        <a:xfrm>
          <a:off x="437741" y="1297332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1327693"/>
        <a:ext cx="1666960" cy="975887"/>
      </dsp:txXfrm>
    </dsp:sp>
    <dsp:sp modelId="{0D2E48E3-A5A9-4502-8785-8E281174EFAE}">
      <dsp:nvSpPr>
        <dsp:cNvPr id="0" name=""/>
        <dsp:cNvSpPr/>
      </dsp:nvSpPr>
      <dsp:spPr>
        <a:xfrm rot="5400000">
          <a:off x="143747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7BE3-835A-4D38-BDA2-DD3176B48E84}">
      <dsp:nvSpPr>
        <dsp:cNvPr id="0" name=""/>
        <dsp:cNvSpPr/>
      </dsp:nvSpPr>
      <dsp:spPr>
        <a:xfrm>
          <a:off x="437741" y="2593093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sp:txBody>
      <dsp:txXfrm>
        <a:off x="468102" y="2623454"/>
        <a:ext cx="1666960" cy="975887"/>
      </dsp:txXfrm>
    </dsp:sp>
    <dsp:sp modelId="{D273A848-8F4D-4694-B756-1CCB40FE6C6F}">
      <dsp:nvSpPr>
        <dsp:cNvPr id="0" name=""/>
        <dsp:cNvSpPr/>
      </dsp:nvSpPr>
      <dsp:spPr>
        <a:xfrm>
          <a:off x="791627" y="4065798"/>
          <a:ext cx="2289467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39562-E026-4A60-97CA-63FAA81D076B}">
      <dsp:nvSpPr>
        <dsp:cNvPr id="0" name=""/>
        <dsp:cNvSpPr/>
      </dsp:nvSpPr>
      <dsp:spPr>
        <a:xfrm>
          <a:off x="437741" y="3888855"/>
          <a:ext cx="1727682" cy="103660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919216"/>
        <a:ext cx="1666960" cy="975887"/>
      </dsp:txXfrm>
    </dsp:sp>
    <dsp:sp modelId="{2652D94E-617B-46C8-B1F4-764B0720A550}">
      <dsp:nvSpPr>
        <dsp:cNvPr id="0" name=""/>
        <dsp:cNvSpPr/>
      </dsp:nvSpPr>
      <dsp:spPr>
        <a:xfrm rot="16200000">
          <a:off x="2441564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C35A5-6565-4F73-8043-DB2BB05DDE74}">
      <dsp:nvSpPr>
        <dsp:cNvPr id="0" name=""/>
        <dsp:cNvSpPr/>
      </dsp:nvSpPr>
      <dsp:spPr>
        <a:xfrm>
          <a:off x="2735559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919216"/>
        <a:ext cx="1666960" cy="975887"/>
      </dsp:txXfrm>
    </dsp:sp>
    <dsp:sp modelId="{BF9F290A-A73D-496E-9001-510347B3CDBC}">
      <dsp:nvSpPr>
        <dsp:cNvPr id="0" name=""/>
        <dsp:cNvSpPr/>
      </dsp:nvSpPr>
      <dsp:spPr>
        <a:xfrm rot="16200000">
          <a:off x="2441564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A96-92EF-4627-8F1E-862EB12CFF3E}">
      <dsp:nvSpPr>
        <dsp:cNvPr id="0" name=""/>
        <dsp:cNvSpPr/>
      </dsp:nvSpPr>
      <dsp:spPr>
        <a:xfrm>
          <a:off x="2735559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2623454"/>
        <a:ext cx="1666960" cy="975887"/>
      </dsp:txXfrm>
    </dsp:sp>
    <dsp:sp modelId="{8E31938D-4183-44F3-8FC5-A1EA2E7DC1AB}">
      <dsp:nvSpPr>
        <dsp:cNvPr id="0" name=""/>
        <dsp:cNvSpPr/>
      </dsp:nvSpPr>
      <dsp:spPr>
        <a:xfrm rot="16200000">
          <a:off x="2441564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D1DC6-3A15-4B3A-B750-1C92F42A857C}">
      <dsp:nvSpPr>
        <dsp:cNvPr id="0" name=""/>
        <dsp:cNvSpPr/>
      </dsp:nvSpPr>
      <dsp:spPr>
        <a:xfrm>
          <a:off x="2735559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1327693"/>
        <a:ext cx="1666960" cy="975887"/>
      </dsp:txXfrm>
    </dsp:sp>
    <dsp:sp modelId="{26DD012A-EBF9-4740-9DEE-94084C33905A}">
      <dsp:nvSpPr>
        <dsp:cNvPr id="0" name=""/>
        <dsp:cNvSpPr/>
      </dsp:nvSpPr>
      <dsp:spPr>
        <a:xfrm>
          <a:off x="3089445" y="178513"/>
          <a:ext cx="2414586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71A2D-9BB8-4754-B8D5-8709A5F69776}">
      <dsp:nvSpPr>
        <dsp:cNvPr id="0" name=""/>
        <dsp:cNvSpPr/>
      </dsp:nvSpPr>
      <dsp:spPr>
        <a:xfrm>
          <a:off x="2735559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1931"/>
        <a:ext cx="1666960" cy="975887"/>
      </dsp:txXfrm>
    </dsp:sp>
    <dsp:sp modelId="{755200CF-54A0-44F4-852B-F8115906F95F}">
      <dsp:nvSpPr>
        <dsp:cNvPr id="0" name=""/>
        <dsp:cNvSpPr/>
      </dsp:nvSpPr>
      <dsp:spPr>
        <a:xfrm rot="5400000">
          <a:off x="4864500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106C7-AD04-4C16-8ED4-CB5CAFB5E575}">
      <dsp:nvSpPr>
        <dsp:cNvPr id="0" name=""/>
        <dsp:cNvSpPr/>
      </dsp:nvSpPr>
      <dsp:spPr>
        <a:xfrm>
          <a:off x="5158495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1931"/>
        <a:ext cx="1666960" cy="975887"/>
      </dsp:txXfrm>
    </dsp:sp>
    <dsp:sp modelId="{ACF88974-493D-4B0E-8238-A35C40AFAAF9}">
      <dsp:nvSpPr>
        <dsp:cNvPr id="0" name=""/>
        <dsp:cNvSpPr/>
      </dsp:nvSpPr>
      <dsp:spPr>
        <a:xfrm rot="5400000">
          <a:off x="4864500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225C7-F24F-473F-9581-081786127DE9}">
      <dsp:nvSpPr>
        <dsp:cNvPr id="0" name=""/>
        <dsp:cNvSpPr/>
      </dsp:nvSpPr>
      <dsp:spPr>
        <a:xfrm>
          <a:off x="5158495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1327693"/>
        <a:ext cx="1666960" cy="975887"/>
      </dsp:txXfrm>
    </dsp:sp>
    <dsp:sp modelId="{84BAC5D4-FC74-4158-AC6E-7A15931743D8}">
      <dsp:nvSpPr>
        <dsp:cNvPr id="0" name=""/>
        <dsp:cNvSpPr/>
      </dsp:nvSpPr>
      <dsp:spPr>
        <a:xfrm rot="5400000">
          <a:off x="4864500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D46BE-3634-4E91-AF5D-397448E6EA3D}">
      <dsp:nvSpPr>
        <dsp:cNvPr id="0" name=""/>
        <dsp:cNvSpPr/>
      </dsp:nvSpPr>
      <dsp:spPr>
        <a:xfrm>
          <a:off x="5033376" y="2593093"/>
          <a:ext cx="1977919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kern="12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sp:txBody>
      <dsp:txXfrm>
        <a:off x="5063737" y="2623454"/>
        <a:ext cx="1917197" cy="975887"/>
      </dsp:txXfrm>
    </dsp:sp>
    <dsp:sp modelId="{280FAB7C-4470-4521-86CC-3FFDA401726F}">
      <dsp:nvSpPr>
        <dsp:cNvPr id="0" name=""/>
        <dsp:cNvSpPr/>
      </dsp:nvSpPr>
      <dsp:spPr>
        <a:xfrm>
          <a:off x="5158495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919216"/>
        <a:ext cx="1666960" cy="9758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5E1B2-53E2-425E-8491-B8E1A9003B05}">
      <dsp:nvSpPr>
        <dsp:cNvPr id="0" name=""/>
        <dsp:cNvSpPr/>
      </dsp:nvSpPr>
      <dsp:spPr>
        <a:xfrm rot="5400000">
          <a:off x="143747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AB28-F5BC-40F4-B594-AF1B800D8BDD}">
      <dsp:nvSpPr>
        <dsp:cNvPr id="0" name=""/>
        <dsp:cNvSpPr/>
      </dsp:nvSpPr>
      <dsp:spPr>
        <a:xfrm>
          <a:off x="437741" y="1570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변수 </a:t>
          </a:r>
          <a:r>
            <a:rPr lang="en-US" altLang="ko-KR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, </a:t>
          </a:r>
          <a:r>
            <a:rPr lang="ko-KR" altLang="en-US" sz="2800" kern="1200" spc="3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문자열</a:t>
          </a:r>
          <a:endParaRPr lang="ko-KR" altLang="en-US" sz="2800" kern="1200" spc="3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1931"/>
        <a:ext cx="1666960" cy="975887"/>
      </dsp:txXfrm>
    </dsp:sp>
    <dsp:sp modelId="{F6783476-7880-486F-8A19-AD6443E17613}">
      <dsp:nvSpPr>
        <dsp:cNvPr id="0" name=""/>
        <dsp:cNvSpPr/>
      </dsp:nvSpPr>
      <dsp:spPr>
        <a:xfrm rot="5400000">
          <a:off x="143747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97F34-24B3-4511-9F30-39CE7B2325BE}">
      <dsp:nvSpPr>
        <dsp:cNvPr id="0" name=""/>
        <dsp:cNvSpPr/>
      </dsp:nvSpPr>
      <dsp:spPr>
        <a:xfrm>
          <a:off x="437741" y="1297332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연산자</a:t>
          </a:r>
          <a:endParaRPr lang="en-US" altLang="ko-KR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1327693"/>
        <a:ext cx="1666960" cy="975887"/>
      </dsp:txXfrm>
    </dsp:sp>
    <dsp:sp modelId="{0D2E48E3-A5A9-4502-8785-8E281174EFAE}">
      <dsp:nvSpPr>
        <dsp:cNvPr id="0" name=""/>
        <dsp:cNvSpPr/>
      </dsp:nvSpPr>
      <dsp:spPr>
        <a:xfrm rot="5400000">
          <a:off x="143747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7BE3-835A-4D38-BDA2-DD3176B48E84}">
      <dsp:nvSpPr>
        <dsp:cNvPr id="0" name=""/>
        <dsp:cNvSpPr/>
      </dsp:nvSpPr>
      <dsp:spPr>
        <a:xfrm>
          <a:off x="437741" y="2593093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조건문</a:t>
          </a:r>
        </a:p>
      </dsp:txBody>
      <dsp:txXfrm>
        <a:off x="468102" y="2623454"/>
        <a:ext cx="1666960" cy="975887"/>
      </dsp:txXfrm>
    </dsp:sp>
    <dsp:sp modelId="{D273A848-8F4D-4694-B756-1CCB40FE6C6F}">
      <dsp:nvSpPr>
        <dsp:cNvPr id="0" name=""/>
        <dsp:cNvSpPr/>
      </dsp:nvSpPr>
      <dsp:spPr>
        <a:xfrm>
          <a:off x="791627" y="4065798"/>
          <a:ext cx="2289467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39562-E026-4A60-97CA-63FAA81D076B}">
      <dsp:nvSpPr>
        <dsp:cNvPr id="0" name=""/>
        <dsp:cNvSpPr/>
      </dsp:nvSpPr>
      <dsp:spPr>
        <a:xfrm>
          <a:off x="437741" y="3888855"/>
          <a:ext cx="1727682" cy="1036609"/>
        </a:xfrm>
        <a:prstGeom prst="roundRect">
          <a:avLst>
            <a:gd name="adj" fmla="val 10000"/>
          </a:avLst>
        </a:prstGeom>
        <a:solidFill>
          <a:srgbClr val="4678C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반복문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468102" y="3919216"/>
        <a:ext cx="1666960" cy="975887"/>
      </dsp:txXfrm>
    </dsp:sp>
    <dsp:sp modelId="{2652D94E-617B-46C8-B1F4-764B0720A550}">
      <dsp:nvSpPr>
        <dsp:cNvPr id="0" name=""/>
        <dsp:cNvSpPr/>
      </dsp:nvSpPr>
      <dsp:spPr>
        <a:xfrm rot="16200000">
          <a:off x="2441564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C35A5-6565-4F73-8043-DB2BB05DDE74}">
      <dsp:nvSpPr>
        <dsp:cNvPr id="0" name=""/>
        <dsp:cNvSpPr/>
      </dsp:nvSpPr>
      <dsp:spPr>
        <a:xfrm>
          <a:off x="2735559" y="3888855"/>
          <a:ext cx="1727682" cy="103660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함수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919216"/>
        <a:ext cx="1666960" cy="975887"/>
      </dsp:txXfrm>
    </dsp:sp>
    <dsp:sp modelId="{BF9F290A-A73D-496E-9001-510347B3CDBC}">
      <dsp:nvSpPr>
        <dsp:cNvPr id="0" name=""/>
        <dsp:cNvSpPr/>
      </dsp:nvSpPr>
      <dsp:spPr>
        <a:xfrm rot="16200000">
          <a:off x="2441564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A96-92EF-4627-8F1E-862EB12CFF3E}">
      <dsp:nvSpPr>
        <dsp:cNvPr id="0" name=""/>
        <dsp:cNvSpPr/>
      </dsp:nvSpPr>
      <dsp:spPr>
        <a:xfrm>
          <a:off x="2735559" y="2593093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List / Map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2623454"/>
        <a:ext cx="1666960" cy="975887"/>
      </dsp:txXfrm>
    </dsp:sp>
    <dsp:sp modelId="{8E31938D-4183-44F3-8FC5-A1EA2E7DC1AB}">
      <dsp:nvSpPr>
        <dsp:cNvPr id="0" name=""/>
        <dsp:cNvSpPr/>
      </dsp:nvSpPr>
      <dsp:spPr>
        <a:xfrm rot="16200000">
          <a:off x="2441564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D1DC6-3A15-4B3A-B750-1C92F42A857C}">
      <dsp:nvSpPr>
        <dsp:cNvPr id="0" name=""/>
        <dsp:cNvSpPr/>
      </dsp:nvSpPr>
      <dsp:spPr>
        <a:xfrm>
          <a:off x="2735559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Null Safety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1327693"/>
        <a:ext cx="1666960" cy="975887"/>
      </dsp:txXfrm>
    </dsp:sp>
    <dsp:sp modelId="{26DD012A-EBF9-4740-9DEE-94084C33905A}">
      <dsp:nvSpPr>
        <dsp:cNvPr id="0" name=""/>
        <dsp:cNvSpPr/>
      </dsp:nvSpPr>
      <dsp:spPr>
        <a:xfrm>
          <a:off x="3089445" y="178513"/>
          <a:ext cx="2414586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71A2D-9BB8-4754-B8D5-8709A5F69776}">
      <dsp:nvSpPr>
        <dsp:cNvPr id="0" name=""/>
        <dsp:cNvSpPr/>
      </dsp:nvSpPr>
      <dsp:spPr>
        <a:xfrm>
          <a:off x="2735559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상수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2765920" y="31931"/>
        <a:ext cx="1666960" cy="975887"/>
      </dsp:txXfrm>
    </dsp:sp>
    <dsp:sp modelId="{755200CF-54A0-44F4-852B-F8115906F95F}">
      <dsp:nvSpPr>
        <dsp:cNvPr id="0" name=""/>
        <dsp:cNvSpPr/>
      </dsp:nvSpPr>
      <dsp:spPr>
        <a:xfrm rot="5400000">
          <a:off x="4864500" y="826394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106C7-AD04-4C16-8ED4-CB5CAFB5E575}">
      <dsp:nvSpPr>
        <dsp:cNvPr id="0" name=""/>
        <dsp:cNvSpPr/>
      </dsp:nvSpPr>
      <dsp:spPr>
        <a:xfrm>
          <a:off x="5158495" y="1570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클래스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1931"/>
        <a:ext cx="1666960" cy="975887"/>
      </dsp:txXfrm>
    </dsp:sp>
    <dsp:sp modelId="{ACF88974-493D-4B0E-8238-A35C40AFAAF9}">
      <dsp:nvSpPr>
        <dsp:cNvPr id="0" name=""/>
        <dsp:cNvSpPr/>
      </dsp:nvSpPr>
      <dsp:spPr>
        <a:xfrm rot="5400000">
          <a:off x="4864500" y="2122155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225C7-F24F-473F-9581-081786127DE9}">
      <dsp:nvSpPr>
        <dsp:cNvPr id="0" name=""/>
        <dsp:cNvSpPr/>
      </dsp:nvSpPr>
      <dsp:spPr>
        <a:xfrm>
          <a:off x="5158495" y="1297332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OOP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1327693"/>
        <a:ext cx="1666960" cy="975887"/>
      </dsp:txXfrm>
    </dsp:sp>
    <dsp:sp modelId="{84BAC5D4-FC74-4158-AC6E-7A15931743D8}">
      <dsp:nvSpPr>
        <dsp:cNvPr id="0" name=""/>
        <dsp:cNvSpPr/>
      </dsp:nvSpPr>
      <dsp:spPr>
        <a:xfrm rot="5400000">
          <a:off x="4864500" y="3417917"/>
          <a:ext cx="1287412" cy="155491"/>
        </a:xfrm>
        <a:prstGeom prst="rect">
          <a:avLst/>
        </a:prstGeom>
        <a:solidFill>
          <a:srgbClr val="FFC6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D46BE-3634-4E91-AF5D-397448E6EA3D}">
      <dsp:nvSpPr>
        <dsp:cNvPr id="0" name=""/>
        <dsp:cNvSpPr/>
      </dsp:nvSpPr>
      <dsp:spPr>
        <a:xfrm>
          <a:off x="5033376" y="2593093"/>
          <a:ext cx="1977919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interface</a:t>
          </a:r>
          <a:endParaRPr lang="ko-KR" altLang="en-US" sz="2800" kern="1200" dirty="0">
            <a:latin typeface="나눔스퀘어 ExtraBold" panose="020B0600000101010101" pitchFamily="50" charset="-127"/>
            <a:ea typeface="나눔스퀘어 ExtraBold" panose="020B0600000101010101" pitchFamily="50" charset="-127"/>
          </a:endParaRPr>
        </a:p>
      </dsp:txBody>
      <dsp:txXfrm>
        <a:off x="5063737" y="2623454"/>
        <a:ext cx="1917197" cy="975887"/>
      </dsp:txXfrm>
    </dsp:sp>
    <dsp:sp modelId="{280FAB7C-4470-4521-86CC-3FFDA401726F}">
      <dsp:nvSpPr>
        <dsp:cNvPr id="0" name=""/>
        <dsp:cNvSpPr/>
      </dsp:nvSpPr>
      <dsp:spPr>
        <a:xfrm>
          <a:off x="5158495" y="3888855"/>
          <a:ext cx="1727682" cy="1036609"/>
        </a:xfrm>
        <a:prstGeom prst="roundRect">
          <a:avLst>
            <a:gd name="adj" fmla="val 10000"/>
          </a:avLst>
        </a:prstGeom>
        <a:solidFill>
          <a:srgbClr val="467DC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rPr>
            <a:t>비동기</a:t>
          </a:r>
          <a:endParaRPr lang="ko-KR" altLang="en-US" sz="2800" kern="1200" dirty="0">
            <a:latin typeface="나눔스퀘어라운드 ExtraBold" panose="020B0600000101010101" pitchFamily="50" charset="-127"/>
            <a:ea typeface="나눔스퀘어라운드 ExtraBold" panose="020B0600000101010101" pitchFamily="50" charset="-127"/>
          </a:endParaRPr>
        </a:p>
      </dsp:txBody>
      <dsp:txXfrm>
        <a:off x="5188856" y="3919216"/>
        <a:ext cx="1666960" cy="975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9F860-961F-491A-A914-95D82E5802CC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DEAE-B336-4AA4-9A5B-F913139DBA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998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9955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884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892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772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7801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6445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3526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637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0871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859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765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074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069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326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7153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445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0857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0461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89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6727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64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8615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82745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1862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6194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673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6734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61640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77464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42958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68207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9062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58765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38750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5289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05750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test_widget </a:t>
            </a:r>
            <a:r>
              <a:rPr lang="ko-KR" altLang="en-US"/>
              <a:t>프로젝트에서 진행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DEAE-B336-4AA4-9A5B-F913139DBA24}" type="slidenum">
              <a:rPr lang="ko-KR" altLang="en-US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649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B3CF185-F6F4-4C8C-94D2-282FE655FDC8}"/>
              </a:ext>
            </a:extLst>
          </p:cNvPr>
          <p:cNvSpPr/>
          <p:nvPr userDrawn="1"/>
        </p:nvSpPr>
        <p:spPr>
          <a:xfrm>
            <a:off x="366278" y="973466"/>
            <a:ext cx="11485752" cy="65936"/>
          </a:xfrm>
          <a:prstGeom prst="rect">
            <a:avLst/>
          </a:prstGeom>
          <a:gradFill>
            <a:gsLst>
              <a:gs pos="21000">
                <a:srgbClr val="46D1FD"/>
              </a:gs>
              <a:gs pos="100000">
                <a:srgbClr val="06589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순서도: 수동 입력 9">
            <a:extLst>
              <a:ext uri="{FF2B5EF4-FFF2-40B4-BE49-F238E27FC236}">
                <a16:creationId xmlns:a16="http://schemas.microsoft.com/office/drawing/2014/main" id="{012D3E23-C795-4FFD-ACE8-85D1D45ADA6C}"/>
              </a:ext>
            </a:extLst>
          </p:cNvPr>
          <p:cNvSpPr/>
          <p:nvPr userDrawn="1"/>
        </p:nvSpPr>
        <p:spPr>
          <a:xfrm rot="16200000" flipH="1">
            <a:off x="10471193" y="-341435"/>
            <a:ext cx="592905" cy="2168768"/>
          </a:xfrm>
          <a:prstGeom prst="flowChartManualInput">
            <a:avLst/>
          </a:prstGeom>
          <a:gradFill>
            <a:gsLst>
              <a:gs pos="21000">
                <a:srgbClr val="46D1FD"/>
              </a:gs>
              <a:gs pos="100000">
                <a:srgbClr val="06589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811951-4213-4DDC-B7D3-AD7CA772FC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3458" y="501522"/>
            <a:ext cx="1812264" cy="4719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2E8723E-5BF6-F64C-00A3-4D1CB88AA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3370"/>
          <a:stretch/>
        </p:blipFill>
        <p:spPr>
          <a:xfrm>
            <a:off x="426346" y="318448"/>
            <a:ext cx="449243" cy="5929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7C137C-6E4F-D141-F263-ACA8E7F12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2701"/>
          <a:stretch/>
        </p:blipFill>
        <p:spPr>
          <a:xfrm>
            <a:off x="1030777" y="221067"/>
            <a:ext cx="1047405" cy="75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5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1C537EC-D28F-4E16-85F2-8D639F74EA32}"/>
              </a:ext>
            </a:extLst>
          </p:cNvPr>
          <p:cNvSpPr/>
          <p:nvPr userDrawn="1"/>
        </p:nvSpPr>
        <p:spPr>
          <a:xfrm>
            <a:off x="0" y="0"/>
            <a:ext cx="3387969" cy="6858000"/>
          </a:xfrm>
          <a:prstGeom prst="rect">
            <a:avLst/>
          </a:prstGeom>
          <a:gradFill>
            <a:gsLst>
              <a:gs pos="21000">
                <a:srgbClr val="46D1FD"/>
              </a:gs>
              <a:gs pos="100000">
                <a:srgbClr val="06589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037A7D7-5357-4713-A6B6-9C8673F011BD}"/>
              </a:ext>
            </a:extLst>
          </p:cNvPr>
          <p:cNvCxnSpPr>
            <a:cxnSpLocks/>
          </p:cNvCxnSpPr>
          <p:nvPr userDrawn="1"/>
        </p:nvCxnSpPr>
        <p:spPr>
          <a:xfrm>
            <a:off x="433754" y="1336431"/>
            <a:ext cx="256735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D05CB55-84F2-4B37-904F-5658BD84E20F}"/>
              </a:ext>
            </a:extLst>
          </p:cNvPr>
          <p:cNvCxnSpPr>
            <a:cxnSpLocks/>
          </p:cNvCxnSpPr>
          <p:nvPr userDrawn="1"/>
        </p:nvCxnSpPr>
        <p:spPr>
          <a:xfrm>
            <a:off x="410307" y="2801816"/>
            <a:ext cx="256735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BCF66614-8F0B-44DD-9EA7-9F25A435CF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347" y="6108985"/>
            <a:ext cx="1855766" cy="51797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98784F-C3C1-1184-D5DF-4A5831EB2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904" b="89041" l="662" r="89404">
                        <a14:foregroundMark x1="16225" y1="27397" x2="16225" y2="27397"/>
                        <a14:foregroundMark x1="4305" y1="49315" x2="4305" y2="49315"/>
                        <a14:foregroundMark x1="18543" y1="60959" x2="18543" y2="60959"/>
                        <a14:foregroundMark x1="16225" y1="70548" x2="16225" y2="70548"/>
                        <a14:foregroundMark x1="23179" y1="82877" x2="23179" y2="82877"/>
                        <a14:foregroundMark x1="17881" y1="80137" x2="17881" y2="80137"/>
                        <a14:foregroundMark x1="18543" y1="76027" x2="18543" y2="76027"/>
                        <a14:foregroundMark x1="18212" y1="78767" x2="18212" y2="78767"/>
                        <a14:foregroundMark x1="16887" y1="78767" x2="16887" y2="78767"/>
                        <a14:foregroundMark x1="17550" y1="77397" x2="17550" y2="77397"/>
                        <a14:foregroundMark x1="662" y1="50000" x2="662" y2="50000"/>
                        <a14:foregroundMark x1="18543" y1="78082" x2="18543" y2="78082"/>
                        <a14:foregroundMark x1="18212" y1="79452" x2="18212" y2="79452"/>
                        <a14:foregroundMark x1="17550" y1="78767" x2="17550" y2="78767"/>
                        <a14:foregroundMark x1="16556" y1="74658" x2="16556" y2="74658"/>
                        <a14:foregroundMark x1="18543" y1="80137" x2="18543" y2="80137"/>
                        <a14:foregroundMark x1="18543" y1="80822" x2="18543" y2="80822"/>
                        <a14:backgroundMark x1="36093" y1="29452" x2="37086" y2="69863"/>
                        <a14:backgroundMark x1="37086" y1="69863" x2="66887" y2="89726"/>
                        <a14:backgroundMark x1="66887" y1="89726" x2="97351" y2="91096"/>
                        <a14:backgroundMark x1="97351" y1="91096" x2="90397" y2="23973"/>
                        <a14:backgroundMark x1="90397" y1="23973" x2="35430" y2="28767"/>
                        <a14:backgroundMark x1="35430" y1="28767" x2="36093" y2="30822"/>
                      </a14:backgroundRemoval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r="54649"/>
          <a:stretch/>
        </p:blipFill>
        <p:spPr>
          <a:xfrm>
            <a:off x="416110" y="372872"/>
            <a:ext cx="761781" cy="812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2ADD6A-3EDD-4D06-7D9B-20DE46D9BB38}"/>
              </a:ext>
            </a:extLst>
          </p:cNvPr>
          <p:cNvSpPr txBox="1"/>
          <p:nvPr userDrawn="1"/>
        </p:nvSpPr>
        <p:spPr>
          <a:xfrm>
            <a:off x="1083537" y="520618"/>
            <a:ext cx="1550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Flutter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257874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8220AFF-BCD0-4021-88C9-0948D7BE56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46D1FD"/>
              </a:gs>
              <a:gs pos="100000">
                <a:srgbClr val="06589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4AD1C54-A706-41B4-9670-E6FA5946D5D2}"/>
              </a:ext>
            </a:extLst>
          </p:cNvPr>
          <p:cNvSpPr/>
          <p:nvPr userDrawn="1"/>
        </p:nvSpPr>
        <p:spPr>
          <a:xfrm>
            <a:off x="568545" y="2192216"/>
            <a:ext cx="3555627" cy="8909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96A41-A3E1-4CB1-904D-5B086C949C1E}"/>
              </a:ext>
            </a:extLst>
          </p:cNvPr>
          <p:cNvSpPr txBox="1"/>
          <p:nvPr userDrawn="1"/>
        </p:nvSpPr>
        <p:spPr>
          <a:xfrm>
            <a:off x="886089" y="2333582"/>
            <a:ext cx="296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rgbClr val="4182B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다음시간에는</a:t>
            </a:r>
            <a:r>
              <a:rPr lang="en-US" altLang="ko-KR" sz="3600" dirty="0">
                <a:solidFill>
                  <a:srgbClr val="4182B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36026AE-0726-43B4-9CF6-FF555E371CAA}"/>
              </a:ext>
            </a:extLst>
          </p:cNvPr>
          <p:cNvCxnSpPr/>
          <p:nvPr userDrawn="1"/>
        </p:nvCxnSpPr>
        <p:spPr>
          <a:xfrm>
            <a:off x="708642" y="5372100"/>
            <a:ext cx="1081025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2238A48B-44E2-4D41-A1DF-0C06B77514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2034" y="5622473"/>
            <a:ext cx="1855766" cy="51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9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1CE8B-833C-47C3-8083-08840FA0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61F9B9-FC36-4732-8310-C15DDA7B2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C60954-2DC4-4DB5-91CD-EE3DC0A65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81E0D9-9B78-498C-9C74-E958B27E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AC0AC9-BB14-4843-86DE-9A96F5FB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C40A77-CE12-421C-9B24-184773C8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99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D8E8D-D180-4FEA-8A37-FB9E2A61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995F29-AFF1-4A20-8914-766B9B98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55A78A-6FEA-461D-9C77-1825131C8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839CD0-F9ED-4700-90E1-4376FBD58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F976F2-A478-4971-8694-C78D88AFC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9CDEF-E0B7-4D56-B1C3-B7460990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7AB627-CD24-4086-B60F-1DEF70A5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80FB37-8E2D-40EF-8D31-5072CC93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799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502BE-4D2A-488B-9295-40403DDB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834D93-9BC3-487B-AFBD-B9EDF2B5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C47553-6955-406E-8169-E7F444D1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82EE87-B5FA-458A-8F98-11C9058C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93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DDEB70-82E5-4CA7-9ADF-E212D151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36798C-8F65-4632-BF8E-4A2C9DB1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84B1A-8DB7-4A71-9187-9D1E0D95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02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6EBFD-6DBC-42FB-A414-CB1D70FA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D9052-8946-4DBB-8F40-A9066CF3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9C65DD-5993-4522-B5D0-AA648ED95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2FC209-9F3F-4A58-BFAD-F230F975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1D494-7385-4512-B4AF-25297D12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C58571-68A0-4E25-85E6-3CA68422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69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EC4A3-3BB6-414A-BE95-0D7718D5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7F9AAF-6BF4-456D-95EB-2EBC45E27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FE0349-1012-4EB0-84A8-A2EB57B1F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CCBA-1E88-4164-9851-7FF95538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BBDADF-B852-4B4F-8B41-1370D5F4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EC8E35-D995-409C-AB8F-B8FBCD17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94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E6E50-92AD-425E-B94A-BD2DC5C4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A1900A-6BB4-4387-A50B-4CB70367F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08444-C95A-4776-8092-E4A9FF6F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DA51EC-7C5D-4D94-941D-DCE2EB7F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2A553-6863-409F-B492-99AADBD9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40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C029EA-D5F2-4C1D-AD63-890DFC65B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51D734-EB78-4757-876C-8621A108A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9DC9C7-7636-4E24-9C6E-10A427B0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2575B-38B4-4E77-B612-87DD089F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CDF8AF-85C3-493C-9CCB-6F03F417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304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956746-2A69-4918-939A-495D6D87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07A97-52B3-41B7-88DA-B97D9059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672F2-39C7-400D-AD4C-5614492EE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5393B-E305-464D-9E67-9DECB7A95015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60F15B-9348-4C66-9D12-A22CFE9BA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5FC19B-85F2-4216-BB17-634FB0DAA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90CF4-EF69-4BA9-9D14-898601E83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87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CDA0D7-0D89-4658-8B77-2B8EB1D21B67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gradFill>
            <a:gsLst>
              <a:gs pos="21000">
                <a:srgbClr val="46D1FD"/>
              </a:gs>
              <a:gs pos="100000">
                <a:srgbClr val="06589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155B89A-BCA1-458D-98A7-CCA8DE0B5ADA}"/>
              </a:ext>
            </a:extLst>
          </p:cNvPr>
          <p:cNvGrpSpPr/>
          <p:nvPr/>
        </p:nvGrpSpPr>
        <p:grpSpPr>
          <a:xfrm>
            <a:off x="3407881" y="4149971"/>
            <a:ext cx="5376238" cy="890954"/>
            <a:chOff x="3395181" y="4149971"/>
            <a:chExt cx="5376238" cy="890954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EB6E276-1138-4E0E-AD7C-1072CEEEDB1D}"/>
                </a:ext>
              </a:extLst>
            </p:cNvPr>
            <p:cNvSpPr/>
            <p:nvPr/>
          </p:nvSpPr>
          <p:spPr>
            <a:xfrm>
              <a:off x="3395181" y="4149971"/>
              <a:ext cx="5376238" cy="8909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F2FD79A-6592-417C-B879-20F6B762D35D}"/>
                </a:ext>
              </a:extLst>
            </p:cNvPr>
            <p:cNvCxnSpPr/>
            <p:nvPr/>
          </p:nvCxnSpPr>
          <p:spPr>
            <a:xfrm>
              <a:off x="6247423" y="4443046"/>
              <a:ext cx="0" cy="3399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C14BA0-E6D0-4D7F-AB7E-99DB36071725}"/>
                </a:ext>
              </a:extLst>
            </p:cNvPr>
            <p:cNvSpPr txBox="1"/>
            <p:nvPr/>
          </p:nvSpPr>
          <p:spPr>
            <a:xfrm>
              <a:off x="6420755" y="4313073"/>
              <a:ext cx="20810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>
                  <a:solidFill>
                    <a:srgbClr val="467DC3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박 원 호 </a:t>
              </a:r>
              <a:r>
                <a:rPr lang="ko-KR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책임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53759C4-A04E-46BC-A73B-058D7D42C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548" y="4291382"/>
            <a:ext cx="2412123" cy="62815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C59636F-459C-A925-DE03-CAE1B972A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166" y="1431189"/>
            <a:ext cx="7214003" cy="271711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E6D2BAB-F2FC-B966-C654-76E708723A09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21000">
                <a:srgbClr val="46D1FD"/>
              </a:gs>
              <a:gs pos="100000">
                <a:srgbClr val="06589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415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997572-AD19-45E8-8139-B8DFD33E48AE}"/>
              </a:ext>
            </a:extLst>
          </p:cNvPr>
          <p:cNvSpPr txBox="1"/>
          <p:nvPr/>
        </p:nvSpPr>
        <p:spPr>
          <a:xfrm>
            <a:off x="0" y="1745958"/>
            <a:ext cx="338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학습목표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8F6F70-7248-41E0-B638-3069C3370997}"/>
              </a:ext>
            </a:extLst>
          </p:cNvPr>
          <p:cNvSpPr txBox="1"/>
          <p:nvPr/>
        </p:nvSpPr>
        <p:spPr>
          <a:xfrm>
            <a:off x="4059216" y="1305341"/>
            <a:ext cx="7382149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00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언어 사용 </a:t>
            </a:r>
            <a:r>
              <a:rPr lang="ko-KR" altLang="en-US" sz="3000" dirty="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할 수 있다</a:t>
            </a:r>
            <a:r>
              <a:rPr lang="en-US" altLang="ko-KR" sz="3000" dirty="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변수 및 자료형에 대해 알 수 있다</a:t>
            </a:r>
            <a:r>
              <a:rPr lang="en-US" altLang="ko-KR" sz="3000" dirty="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문자열 자료형을 이해하고 활용 할 수 있다</a:t>
            </a:r>
            <a:r>
              <a:rPr lang="en-US" altLang="ko-KR" sz="3000" dirty="0">
                <a:solidFill>
                  <a:srgbClr val="323232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sz="3000" dirty="0">
              <a:solidFill>
                <a:srgbClr val="323232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73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7049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A8952-865D-1410-02DD-9217E20DC1E4}"/>
              </a:ext>
            </a:extLst>
          </p:cNvPr>
          <p:cNvSpPr txBox="1"/>
          <p:nvPr/>
        </p:nvSpPr>
        <p:spPr>
          <a:xfrm>
            <a:off x="1749297" y="2095116"/>
            <a:ext cx="869340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다트언어는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2011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구글에서 발표한 프로그래밍 언어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solidFill>
                  <a:srgbClr val="0070C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발표당시엔 자바스크립트가 인기 없던 과거와 같이 인기가 없었음</a:t>
            </a:r>
            <a:endParaRPr lang="en-US" altLang="ko-KR">
              <a:solidFill>
                <a:srgbClr val="0070C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2018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년에는 안배워도 되는 언어로 선정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하지만 플러터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프레임워크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발표되면서 채택언어로 다트언어가 선정되어 인기 상승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선정된 이유는 플러터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다트언어 모두 크로스 플랫폼을 지원하는 플랫폼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언어였기때문에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적합도가 높았다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943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29809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언어 로드맵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1EF0107D-9F7F-7B07-975E-F3D1C17BC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53773"/>
              </p:ext>
            </p:extLst>
          </p:nvPr>
        </p:nvGraphicFramePr>
        <p:xfrm>
          <a:off x="2443992" y="1412954"/>
          <a:ext cx="7449038" cy="4927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572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29809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언어 로드맵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1EF0107D-9F7F-7B07-975E-F3D1C17BC04B}"/>
              </a:ext>
            </a:extLst>
          </p:cNvPr>
          <p:cNvGraphicFramePr/>
          <p:nvPr/>
        </p:nvGraphicFramePr>
        <p:xfrm>
          <a:off x="2443992" y="1412954"/>
          <a:ext cx="7449038" cy="4927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EDE17697-AC9D-0B65-C724-7B09163C29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EB669-D1F5-A382-E8BE-4AB272CF289F}"/>
              </a:ext>
            </a:extLst>
          </p:cNvPr>
          <p:cNvSpPr txBox="1"/>
          <p:nvPr/>
        </p:nvSpPr>
        <p:spPr>
          <a:xfrm>
            <a:off x="1936441" y="1578584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BUT!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889A1-0F56-8FBF-84B2-B62E861A9B1D}"/>
              </a:ext>
            </a:extLst>
          </p:cNvPr>
          <p:cNvSpPr txBox="1"/>
          <p:nvPr/>
        </p:nvSpPr>
        <p:spPr>
          <a:xfrm>
            <a:off x="1936441" y="3576313"/>
            <a:ext cx="63321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dart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언어의 모든 로드맵을 걸치고 앱 개발 하는 것은 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비효율적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Dart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언어의 기본인 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변수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~ 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메소드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까지 빠르게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(1~2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진행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앱 개발 진행 하면서 필요한 부분이 생길 시 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간단하게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진행 예정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en-US" altLang="ko-KR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List,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상수</a:t>
            </a:r>
            <a:r>
              <a:rPr lang="en-US" altLang="ko-KR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비동기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는 필수로 배울 예정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</a:t>
            </a:r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946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A8952-865D-1410-02DD-9217E20DC1E4}"/>
              </a:ext>
            </a:extLst>
          </p:cNvPr>
          <p:cNvSpPr txBox="1"/>
          <p:nvPr/>
        </p:nvSpPr>
        <p:spPr>
          <a:xfrm>
            <a:off x="1348034" y="1601374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다트 언어의 데이터 타입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16F9837C-F461-CF96-3959-498D27C41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706172"/>
              </p:ext>
            </p:extLst>
          </p:nvPr>
        </p:nvGraphicFramePr>
        <p:xfrm>
          <a:off x="1426685" y="2450072"/>
          <a:ext cx="5888552" cy="3005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4276">
                  <a:extLst>
                    <a:ext uri="{9D8B030D-6E8A-4147-A177-3AD203B41FA5}">
                      <a16:colId xmlns:a16="http://schemas.microsoft.com/office/drawing/2014/main" val="3860383145"/>
                    </a:ext>
                  </a:extLst>
                </a:gridCol>
                <a:gridCol w="2944276">
                  <a:extLst>
                    <a:ext uri="{9D8B030D-6E8A-4147-A177-3AD203B41FA5}">
                      <a16:colId xmlns:a16="http://schemas.microsoft.com/office/drawing/2014/main" val="2087818423"/>
                    </a:ext>
                  </a:extLst>
                </a:gridCol>
              </a:tblGrid>
              <a:tr h="4293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타입 클래스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441114"/>
                  </a:ext>
                </a:extLst>
              </a:tr>
              <a:tr h="4293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bool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true, false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226813"/>
                  </a:ext>
                </a:extLst>
              </a:tr>
              <a:tr h="4293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double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실수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78841"/>
                  </a:ext>
                </a:extLst>
              </a:tr>
              <a:tr h="4293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int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정수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872839"/>
                  </a:ext>
                </a:extLst>
              </a:tr>
              <a:tr h="4293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num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숫자</a:t>
                      </a:r>
                      <a:r>
                        <a:rPr lang="en-US" altLang="ko-KR"/>
                        <a:t>(double,int</a:t>
                      </a:r>
                      <a:r>
                        <a:rPr lang="ko-KR" altLang="en-US"/>
                        <a:t>의 상위호환</a:t>
                      </a:r>
                      <a:r>
                        <a:rPr lang="en-US" altLang="ko-KR"/>
                        <a:t>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43950"/>
                  </a:ext>
                </a:extLst>
              </a:tr>
              <a:tr h="4293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String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문자열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245095"/>
                  </a:ext>
                </a:extLst>
              </a:tr>
              <a:tr h="4293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Null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null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82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04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A8952-865D-1410-02DD-9217E20DC1E4}"/>
              </a:ext>
            </a:extLst>
          </p:cNvPr>
          <p:cNvSpPr txBox="1"/>
          <p:nvPr/>
        </p:nvSpPr>
        <p:spPr>
          <a:xfrm>
            <a:off x="4263089" y="3336906"/>
            <a:ext cx="5067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주로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VS Code, Dart pad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에서 예제를 풀어보지만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A96E4D-32B0-8BCA-6447-A76FF7B8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34" y="1786040"/>
            <a:ext cx="2514951" cy="449642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2FE0691-1447-6BD4-60FA-D062B6C1C81C}"/>
              </a:ext>
            </a:extLst>
          </p:cNvPr>
          <p:cNvSpPr/>
          <p:nvPr/>
        </p:nvSpPr>
        <p:spPr>
          <a:xfrm>
            <a:off x="1634247" y="3706238"/>
            <a:ext cx="2228738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B74B2-D99F-E1F8-03BF-D1ED71FA2E18}"/>
              </a:ext>
            </a:extLst>
          </p:cNvPr>
          <p:cNvSpPr txBox="1"/>
          <p:nvPr/>
        </p:nvSpPr>
        <p:spPr>
          <a:xfrm>
            <a:off x="4263089" y="3750172"/>
            <a:ext cx="5873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test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폴더에서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Dart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언어만 테스트 하는 것이 가능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Dart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언어 배울 땐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test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폴더에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dart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 만들어서 진행 예정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247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A8952-865D-1410-02DD-9217E20DC1E4}"/>
              </a:ext>
            </a:extLst>
          </p:cNvPr>
          <p:cNvSpPr txBox="1"/>
          <p:nvPr/>
        </p:nvSpPr>
        <p:spPr>
          <a:xfrm>
            <a:off x="1348034" y="1601374"/>
            <a:ext cx="4673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Main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함수만 남기고 삭제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Import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 모두 삭제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21F1C5-6B5A-3124-4DEC-190D7D420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7" y="2253106"/>
            <a:ext cx="5887272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5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A8952-865D-1410-02DD-9217E20DC1E4}"/>
              </a:ext>
            </a:extLst>
          </p:cNvPr>
          <p:cNvSpPr txBox="1"/>
          <p:nvPr/>
        </p:nvSpPr>
        <p:spPr>
          <a:xfrm>
            <a:off x="1348034" y="1601374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숫자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type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 해보기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4C9F7C3-7EC0-6994-88FF-DA163C4BD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34" y="2189576"/>
            <a:ext cx="3277057" cy="376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18A562-0C2E-86D7-38C9-2BB386FFE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735" y="4781517"/>
            <a:ext cx="1061675" cy="18293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4D9B2B-59EA-081A-C4E7-4CC048E7BDCD}"/>
              </a:ext>
            </a:extLst>
          </p:cNvPr>
          <p:cNvSpPr txBox="1"/>
          <p:nvPr/>
        </p:nvSpPr>
        <p:spPr>
          <a:xfrm>
            <a:off x="6345824" y="1601374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String type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 해보기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7D92A73-E775-2AA4-158F-B8CDC6823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67786"/>
            <a:ext cx="5146948" cy="296051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F341685-93C6-9E57-4403-3D50BED69C1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151"/>
          <a:stretch/>
        </p:blipFill>
        <p:spPr>
          <a:xfrm>
            <a:off x="8928764" y="4881497"/>
            <a:ext cx="2200176" cy="172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74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var, dynamic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타입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6D9BDA-EB89-B8A0-4E83-9CE99237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77" y="2164030"/>
            <a:ext cx="4687554" cy="198968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46EAA74-9C52-A957-0E29-41C87AD70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873" y="2164030"/>
            <a:ext cx="5951138" cy="15717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445093-B89F-3EF5-A051-9621DC87A3D3}"/>
              </a:ext>
            </a:extLst>
          </p:cNvPr>
          <p:cNvSpPr txBox="1"/>
          <p:nvPr/>
        </p:nvSpPr>
        <p:spPr>
          <a:xfrm>
            <a:off x="579677" y="4629751"/>
            <a:ext cx="4334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Q.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var, dynamic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같은 타입이 있는데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Int, String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등 타입은 꼭 정의 내려야 하나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7D2A7-8EAA-BBEC-40C7-FDC01B59EF3E}"/>
              </a:ext>
            </a:extLst>
          </p:cNvPr>
          <p:cNvSpPr txBox="1"/>
          <p:nvPr/>
        </p:nvSpPr>
        <p:spPr>
          <a:xfrm>
            <a:off x="579677" y="5513443"/>
            <a:ext cx="6450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반드시 정의 내릴 필요는 없다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단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타입에 대한 정의가 명확해야 코드 관리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협업에 도움이 됨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6384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924002" y="1993705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formating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753D3C-4CCD-126F-9605-74CF2B895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77" y="2363037"/>
            <a:ext cx="6490112" cy="21319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3A1586-20CC-C4B2-9A97-2585BB6A4F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686"/>
          <a:stretch/>
        </p:blipFill>
        <p:spPr>
          <a:xfrm>
            <a:off x="579677" y="5009745"/>
            <a:ext cx="6094575" cy="80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37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29809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언어 로드맵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1EF0107D-9F7F-7B07-975E-F3D1C17BC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017114"/>
              </p:ext>
            </p:extLst>
          </p:nvPr>
        </p:nvGraphicFramePr>
        <p:xfrm>
          <a:off x="2443992" y="1412954"/>
          <a:ext cx="7449038" cy="4927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4773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연산자의 종류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B241B5D-545D-7B97-03FF-C455BDFFC59D}"/>
              </a:ext>
            </a:extLst>
          </p:cNvPr>
          <p:cNvSpPr/>
          <p:nvPr/>
        </p:nvSpPr>
        <p:spPr>
          <a:xfrm>
            <a:off x="1906495" y="2616740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산술 연산자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AD2BC0F-453D-D21F-36D6-62BA07D7066D}"/>
              </a:ext>
            </a:extLst>
          </p:cNvPr>
          <p:cNvSpPr/>
          <p:nvPr/>
        </p:nvSpPr>
        <p:spPr>
          <a:xfrm>
            <a:off x="1906495" y="4140740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비교 연산자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09D3D8-1937-9C7C-6841-11189CA14255}"/>
              </a:ext>
            </a:extLst>
          </p:cNvPr>
          <p:cNvSpPr/>
          <p:nvPr/>
        </p:nvSpPr>
        <p:spPr>
          <a:xfrm>
            <a:off x="4879916" y="2616740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논리 연산자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244F378-308D-A3FB-0EC4-31549F483BCC}"/>
              </a:ext>
            </a:extLst>
          </p:cNvPr>
          <p:cNvSpPr/>
          <p:nvPr/>
        </p:nvSpPr>
        <p:spPr>
          <a:xfrm>
            <a:off x="4879916" y="4140740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할당 연산자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5AE8C74-735E-8B6E-29FA-2EF03E49CC59}"/>
              </a:ext>
            </a:extLst>
          </p:cNvPr>
          <p:cNvSpPr/>
          <p:nvPr/>
        </p:nvSpPr>
        <p:spPr>
          <a:xfrm>
            <a:off x="7960342" y="2616740"/>
            <a:ext cx="2334764" cy="1206230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삼항 연산자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0D58D56-54F3-87DE-8CD6-62FA673E10C7}"/>
              </a:ext>
            </a:extLst>
          </p:cNvPr>
          <p:cNvSpPr/>
          <p:nvPr/>
        </p:nvSpPr>
        <p:spPr>
          <a:xfrm>
            <a:off x="7960342" y="4140740"/>
            <a:ext cx="2334764" cy="1206230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증감 연산자</a:t>
            </a:r>
          </a:p>
        </p:txBody>
      </p:sp>
    </p:spTree>
    <p:extLst>
      <p:ext uri="{BB962C8B-B14F-4D97-AF65-F5344CB8AC3E}">
        <p14:creationId xmlns:p14="http://schemas.microsoft.com/office/powerpoint/2010/main" val="295177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산술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E0FEB-5BBF-D04F-0062-868B95E833DE}"/>
              </a:ext>
            </a:extLst>
          </p:cNvPr>
          <p:cNvSpPr txBox="1"/>
          <p:nvPr/>
        </p:nvSpPr>
        <p:spPr>
          <a:xfrm>
            <a:off x="1502846" y="2583851"/>
            <a:ext cx="43633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+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%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~/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C4F04-7926-3A14-455E-89F77D98C056}"/>
              </a:ext>
            </a:extLst>
          </p:cNvPr>
          <p:cNvSpPr txBox="1"/>
          <p:nvPr/>
        </p:nvSpPr>
        <p:spPr>
          <a:xfrm>
            <a:off x="2389346" y="2583851"/>
            <a:ext cx="273344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더하기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빼기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곱하기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나누기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(double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형변환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나머지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몫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F871F5-1AC8-8CDF-B6D2-9E1110A23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386" y="2090663"/>
            <a:ext cx="4305626" cy="363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9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비교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E0FEB-5BBF-D04F-0062-868B95E833DE}"/>
              </a:ext>
            </a:extLst>
          </p:cNvPr>
          <p:cNvSpPr txBox="1"/>
          <p:nvPr/>
        </p:nvSpPr>
        <p:spPr>
          <a:xfrm>
            <a:off x="1502846" y="2583851"/>
            <a:ext cx="96051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==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&lt;, &gt;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&lt;= , &gt;=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C4F04-7926-3A14-455E-89F77D98C056}"/>
              </a:ext>
            </a:extLst>
          </p:cNvPr>
          <p:cNvSpPr txBox="1"/>
          <p:nvPr/>
        </p:nvSpPr>
        <p:spPr>
          <a:xfrm>
            <a:off x="2972158" y="2589872"/>
            <a:ext cx="19944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같다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같지 않다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비교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동일 값 포함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066250-BF3E-6BBF-E000-379BC8F5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120" y="2805833"/>
            <a:ext cx="3184328" cy="18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97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할당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E0FEB-5BBF-D04F-0062-868B95E833DE}"/>
              </a:ext>
            </a:extLst>
          </p:cNvPr>
          <p:cNvSpPr txBox="1"/>
          <p:nvPr/>
        </p:nvSpPr>
        <p:spPr>
          <a:xfrm>
            <a:off x="1502846" y="2583851"/>
            <a:ext cx="59343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+=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%=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~/=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C4F04-7926-3A14-455E-89F77D98C056}"/>
              </a:ext>
            </a:extLst>
          </p:cNvPr>
          <p:cNvSpPr txBox="1"/>
          <p:nvPr/>
        </p:nvSpPr>
        <p:spPr>
          <a:xfrm>
            <a:off x="2389346" y="2583851"/>
            <a:ext cx="133081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대입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더하기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빼기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곱하기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나누기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나머지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몫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5D980A-E626-E1FD-33E8-4849CC19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381" y="3429000"/>
            <a:ext cx="6049219" cy="1448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B3B1CA-FD41-2BFE-BE77-397EDE53FFBE}"/>
              </a:ext>
            </a:extLst>
          </p:cNvPr>
          <p:cNvSpPr txBox="1"/>
          <p:nvPr/>
        </p:nvSpPr>
        <p:spPr>
          <a:xfrm>
            <a:off x="5035559" y="3059668"/>
            <a:ext cx="477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나누기 경우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double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형으로 선언 해주어야 가능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331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논리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E0FEB-5BBF-D04F-0062-868B95E833DE}"/>
              </a:ext>
            </a:extLst>
          </p:cNvPr>
          <p:cNvSpPr txBox="1"/>
          <p:nvPr/>
        </p:nvSpPr>
        <p:spPr>
          <a:xfrm>
            <a:off x="1502846" y="2583851"/>
            <a:ext cx="5212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&amp;&amp;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||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C4F04-7926-3A14-455E-89F77D98C056}"/>
              </a:ext>
            </a:extLst>
          </p:cNvPr>
          <p:cNvSpPr txBox="1"/>
          <p:nvPr/>
        </p:nvSpPr>
        <p:spPr>
          <a:xfrm>
            <a:off x="2389346" y="2583851"/>
            <a:ext cx="13452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And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Or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Not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172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증감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E0FEB-5BBF-D04F-0062-868B95E833DE}"/>
              </a:ext>
            </a:extLst>
          </p:cNvPr>
          <p:cNvSpPr txBox="1"/>
          <p:nvPr/>
        </p:nvSpPr>
        <p:spPr>
          <a:xfrm>
            <a:off x="1502846" y="2583851"/>
            <a:ext cx="486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++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C4F04-7926-3A14-455E-89F77D98C056}"/>
              </a:ext>
            </a:extLst>
          </p:cNvPr>
          <p:cNvSpPr txBox="1"/>
          <p:nvPr/>
        </p:nvSpPr>
        <p:spPr>
          <a:xfrm>
            <a:off x="2389346" y="2583851"/>
            <a:ext cx="1330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증가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감소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C5E753D-29E6-CDC3-6370-D9634D176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186" y="1721331"/>
            <a:ext cx="2283871" cy="42327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47BC31-FE8B-BD95-A3FC-E6DA969D4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620" y="3045516"/>
            <a:ext cx="1708599" cy="2644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C7D793-BCF8-4BFB-E368-7206DC4DA54C}"/>
              </a:ext>
            </a:extLst>
          </p:cNvPr>
          <p:cNvSpPr txBox="1"/>
          <p:nvPr/>
        </p:nvSpPr>
        <p:spPr>
          <a:xfrm>
            <a:off x="7700620" y="258385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답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557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삼항 연산자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E0FEB-5BBF-D04F-0062-868B95E833DE}"/>
              </a:ext>
            </a:extLst>
          </p:cNvPr>
          <p:cNvSpPr txBox="1"/>
          <p:nvPr/>
        </p:nvSpPr>
        <p:spPr>
          <a:xfrm>
            <a:off x="1035919" y="2476847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논리연산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참일 경우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거짓일 경우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DD2CFF-ABE4-0DDB-453A-E1D4ECEF4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919" y="3663216"/>
            <a:ext cx="7264968" cy="170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10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F8873D-D7B9-7935-C156-44B061BBA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88" y="3105871"/>
            <a:ext cx="2972215" cy="1781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형변환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강제 형변환만 가능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33A2E-82FD-FC08-16F7-966869744130}"/>
              </a:ext>
            </a:extLst>
          </p:cNvPr>
          <p:cNvSpPr txBox="1"/>
          <p:nvPr/>
        </p:nvSpPr>
        <p:spPr>
          <a:xfrm>
            <a:off x="579677" y="2483120"/>
            <a:ext cx="6779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참고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Java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경우 상위 클래스인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Number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클래스를 상속 받는 관계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7A1320B-F44C-F2D9-D0AD-B5F0D0E4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735" y="3001082"/>
            <a:ext cx="3057952" cy="1886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383F5A-C809-5570-F83F-B5C9676472FE}"/>
              </a:ext>
            </a:extLst>
          </p:cNvPr>
          <p:cNvSpPr txBox="1"/>
          <p:nvPr/>
        </p:nvSpPr>
        <p:spPr>
          <a:xfrm>
            <a:off x="579677" y="5427358"/>
            <a:ext cx="6882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Dart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언어의 경우 객체들간 서로 상속관계가 아닌 별도의 클래스 파일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ㄴ 그러므로 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강제 형변환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만 가능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31750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형변환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강제 형변환만 가능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FBA571-D22E-BE24-C29D-5703C3FED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04" y="2047485"/>
            <a:ext cx="3639058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40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ECFA-C7DB-B38D-576A-3C4E072F534E}"/>
              </a:ext>
            </a:extLst>
          </p:cNvPr>
          <p:cNvSpPr txBox="1"/>
          <p:nvPr/>
        </p:nvSpPr>
        <p:spPr>
          <a:xfrm>
            <a:off x="690538" y="1721331"/>
            <a:ext cx="682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참고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Null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safety - Null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값에 대한 안정성을 위해 등장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(dart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2.12ver)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E0FEB-5BBF-D04F-0062-868B95E833DE}"/>
              </a:ext>
            </a:extLst>
          </p:cNvPr>
          <p:cNvSpPr txBox="1"/>
          <p:nvPr/>
        </p:nvSpPr>
        <p:spPr>
          <a:xfrm>
            <a:off x="919186" y="2538368"/>
            <a:ext cx="381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Nullable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Non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nullable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67D6F-E052-1256-C56B-BF29E1C6DB8B}"/>
              </a:ext>
            </a:extLst>
          </p:cNvPr>
          <p:cNvSpPr txBox="1"/>
          <p:nvPr/>
        </p:nvSpPr>
        <p:spPr>
          <a:xfrm>
            <a:off x="919186" y="3429000"/>
            <a:ext cx="69573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Nullable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기호 사용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Ex) int?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 = 10; String? s = “hello”;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Non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nullable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type - 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기호 사용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해당값이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null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 경우 에러를 출력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Ex) int!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 = 10; String! s = “hello”;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2754D-F6CE-E24B-99A2-97676DB9E7D5}"/>
              </a:ext>
            </a:extLst>
          </p:cNvPr>
          <p:cNvSpPr txBox="1"/>
          <p:nvPr/>
        </p:nvSpPr>
        <p:spPr>
          <a:xfrm>
            <a:off x="3349895" y="5951056"/>
            <a:ext cx="5492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추후 등장 예정 기호들만 참고해서 알고 계시면 됩니다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27832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29809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언어 로드맵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1EF0107D-9F7F-7B07-975E-F3D1C17BC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406787"/>
              </p:ext>
            </p:extLst>
          </p:nvPr>
        </p:nvGraphicFramePr>
        <p:xfrm>
          <a:off x="2443992" y="1412954"/>
          <a:ext cx="7449038" cy="4927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5612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조건문의 종류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8314277-D89C-7E8A-BF7F-B6E8E70E0FB5}"/>
              </a:ext>
            </a:extLst>
          </p:cNvPr>
          <p:cNvSpPr/>
          <p:nvPr/>
        </p:nvSpPr>
        <p:spPr>
          <a:xfrm>
            <a:off x="1828676" y="3107987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0945F8-7D69-25FE-545B-F39A1CDF7C04}"/>
              </a:ext>
            </a:extLst>
          </p:cNvPr>
          <p:cNvSpPr/>
          <p:nvPr/>
        </p:nvSpPr>
        <p:spPr>
          <a:xfrm>
            <a:off x="5093928" y="3107987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else 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0AEAFC4-02E6-CB61-CE50-3B35D133B1E9}"/>
              </a:ext>
            </a:extLst>
          </p:cNvPr>
          <p:cNvSpPr/>
          <p:nvPr/>
        </p:nvSpPr>
        <p:spPr>
          <a:xfrm>
            <a:off x="8359180" y="3107987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Switch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606881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47227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단순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If(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{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//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조건식은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true/false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오는 조건</a:t>
            </a:r>
            <a:endParaRPr lang="en-US" altLang="ko-KR">
              <a:solidFill>
                <a:schemeClr val="bg1">
                  <a:lumMod val="6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13913-85E0-9799-0BE3-ABB96EAB964C}"/>
              </a:ext>
            </a:extLst>
          </p:cNvPr>
          <p:cNvSpPr txBox="1"/>
          <p:nvPr/>
        </p:nvSpPr>
        <p:spPr>
          <a:xfrm>
            <a:off x="579677" y="3828938"/>
            <a:ext cx="47227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If-else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If(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{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//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조건식은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true/false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오는 조건</a:t>
            </a:r>
            <a:endParaRPr lang="en-US" altLang="ko-KR">
              <a:solidFill>
                <a:schemeClr val="bg1">
                  <a:lumMod val="6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}else{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// else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에는 조건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X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9E62912-120F-DFCF-C6B9-3A0D504E5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180" y="2207346"/>
            <a:ext cx="4288327" cy="33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8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47227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If – else 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If(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{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//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조건식은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true/false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오는 조건</a:t>
            </a:r>
            <a:endParaRPr lang="en-US" altLang="ko-KR">
              <a:solidFill>
                <a:schemeClr val="bg1">
                  <a:lumMod val="6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}else if(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다른 조건식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//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추가적인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else if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 혹은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else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 올 수 있음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B67B36-66E3-46F7-71AF-C48C9E75C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04" y="1951250"/>
            <a:ext cx="3278573" cy="373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09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switch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33618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Switch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swith(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case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값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//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값이 일치 할 때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default: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// 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문의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else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문과 유사한 기능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0E9828-4651-B728-6891-86745A11F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908" y="1426595"/>
            <a:ext cx="2505425" cy="47441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4AA364-A032-2366-FE0D-FEBC780B7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501" y="1426595"/>
            <a:ext cx="2162477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45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switch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33618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Switch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swith(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case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값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//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값이 일치 할 때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default: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// if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문의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else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문과 유사한 기능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0E9828-4651-B728-6891-86745A11FE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434"/>
          <a:stretch/>
        </p:blipFill>
        <p:spPr>
          <a:xfrm>
            <a:off x="4748946" y="1426595"/>
            <a:ext cx="3616841" cy="30521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4AA364-A032-2366-FE0D-FEBC780B7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079" y="1426595"/>
            <a:ext cx="2162477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26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switch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547457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추가 설명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Flutter3.10. dart 3.0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오면서 변경점이 생김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그 전 버전에는 </a:t>
            </a:r>
            <a:r>
              <a:rPr lang="en-US" altLang="ko-KR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break, return</a:t>
            </a:r>
            <a:r>
              <a:rPr lang="ko-KR" altLang="en-US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 통해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case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 처리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혹시 추후 검색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 시 구 버전의 코드를 참고시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참고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또한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버전이 올라가면서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Case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 대한 비교문도 가능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E9DAE3-2CAF-B4D9-B551-6AB44D686B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386"/>
          <a:stretch/>
        </p:blipFill>
        <p:spPr>
          <a:xfrm>
            <a:off x="6096000" y="2181950"/>
            <a:ext cx="3141274" cy="32484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4E692D-4247-2EE5-9B4C-217B23D5E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741" y="2181950"/>
            <a:ext cx="2319816" cy="342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0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29809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언어 로드맵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1EF0107D-9F7F-7B07-975E-F3D1C17BC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2054154"/>
              </p:ext>
            </p:extLst>
          </p:nvPr>
        </p:nvGraphicFramePr>
        <p:xfrm>
          <a:off x="2443992" y="1412954"/>
          <a:ext cx="7449038" cy="4927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0285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반복문의 종류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8314277-D89C-7E8A-BF7F-B6E8E70E0FB5}"/>
              </a:ext>
            </a:extLst>
          </p:cNvPr>
          <p:cNvSpPr/>
          <p:nvPr/>
        </p:nvSpPr>
        <p:spPr>
          <a:xfrm>
            <a:off x="3190548" y="2709153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0945F8-7D69-25FE-545B-F39A1CDF7C04}"/>
              </a:ext>
            </a:extLst>
          </p:cNvPr>
          <p:cNvSpPr/>
          <p:nvPr/>
        </p:nvSpPr>
        <p:spPr>
          <a:xfrm>
            <a:off x="6455800" y="2709153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 in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0AEAFC4-02E6-CB61-CE50-3B35D133B1E9}"/>
              </a:ext>
            </a:extLst>
          </p:cNvPr>
          <p:cNvSpPr/>
          <p:nvPr/>
        </p:nvSpPr>
        <p:spPr>
          <a:xfrm>
            <a:off x="3190548" y="4567136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while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60F1F62-6F7E-CC2F-3F1F-4BD3411C800A}"/>
              </a:ext>
            </a:extLst>
          </p:cNvPr>
          <p:cNvSpPr/>
          <p:nvPr/>
        </p:nvSpPr>
        <p:spPr>
          <a:xfrm>
            <a:off x="6455800" y="4567136"/>
            <a:ext cx="2334764" cy="120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do-while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4175200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반복문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for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323037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기준 변수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;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;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가변치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for(int i  = 0; i&lt;10; i++){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0CFDF6-8585-6AEE-D9BB-ECF5F0F7A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00" y="2451187"/>
            <a:ext cx="5215001" cy="195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69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반복문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for-in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547778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for-in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단일변수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컬렉션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(List/Map/Set)){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//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컬렉션 내에 요소들의 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변수만큼 사용 될 반복문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)List&lt;int&gt; index = [0,1,2,3,4];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for(int i  in index){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389405-1363-A8AF-C46E-09653689B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775" y="2672393"/>
            <a:ext cx="4810017" cy="219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947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반복문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while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579677" y="2366616"/>
            <a:ext cx="17908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while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while(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while(true){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45F76E-D0E8-0EA8-CB60-AC35440C6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757" y="1766584"/>
            <a:ext cx="2415697" cy="344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02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반복문 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do-while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757610" y="2321428"/>
            <a:ext cx="191590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do-while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do{</a:t>
            </a: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//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선행 될 코드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}while(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조건식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);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)do{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 while(true);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C85F9D-64E2-1ADE-94A0-F04A07BD2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512" y="1766584"/>
            <a:ext cx="2779981" cy="352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21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29809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언어 로드맵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1EF0107D-9F7F-7B07-975E-F3D1C17BC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46379"/>
              </p:ext>
            </p:extLst>
          </p:nvPr>
        </p:nvGraphicFramePr>
        <p:xfrm>
          <a:off x="2443992" y="1412954"/>
          <a:ext cx="7449038" cy="4927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8043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메소드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757610" y="2321428"/>
            <a:ext cx="33009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r>
              <a:rPr lang="en-US" altLang="ko-KR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메소드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문법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리턴타입 메소드이름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매개변수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){</a:t>
            </a: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//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리턴이 있을 시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return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리턴타입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BF133-D5C8-C4AF-0329-59FE16FC7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203" y="2041877"/>
            <a:ext cx="3667637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181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메소드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59C86-6E26-5308-9F01-BAB8B8F15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877" y="2408657"/>
            <a:ext cx="3677163" cy="256258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3DF4857-A8E6-CCC9-AEEF-E1D58C33B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77" y="2408657"/>
            <a:ext cx="3667637" cy="2867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15B88E-3348-23AE-BF70-5362B34C7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6594" y="3429000"/>
            <a:ext cx="3505689" cy="1114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CF71E4-ACA0-C65E-A1E7-EFD4C9BC5D6B}"/>
              </a:ext>
            </a:extLst>
          </p:cNvPr>
          <p:cNvSpPr txBox="1"/>
          <p:nvPr/>
        </p:nvSpPr>
        <p:spPr>
          <a:xfrm>
            <a:off x="8506594" y="283354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결과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9378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1CA3A7C-DD51-4CCC-AFE9-786D39D5E1CF}"/>
              </a:ext>
            </a:extLst>
          </p:cNvPr>
          <p:cNvSpPr txBox="1"/>
          <p:nvPr/>
        </p:nvSpPr>
        <p:spPr>
          <a:xfrm>
            <a:off x="2168253" y="350296"/>
            <a:ext cx="18011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Dart</a:t>
            </a:r>
            <a:r>
              <a:rPr lang="ko-KR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언어</a:t>
            </a:r>
            <a:endParaRPr lang="ko-KR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61CA-B7EE-3728-00E2-0C87E1ACB0C4}"/>
              </a:ext>
            </a:extLst>
          </p:cNvPr>
          <p:cNvSpPr txBox="1"/>
          <p:nvPr/>
        </p:nvSpPr>
        <p:spPr>
          <a:xfrm>
            <a:off x="579677" y="1581918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메소드 추가설명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734D7-9E87-5016-7BB5-57DF8B4EECE5}"/>
              </a:ext>
            </a:extLst>
          </p:cNvPr>
          <p:cNvSpPr txBox="1"/>
          <p:nvPr/>
        </p:nvSpPr>
        <p:spPr>
          <a:xfrm>
            <a:off x="757610" y="2165785"/>
            <a:ext cx="53142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위치적 매개변수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명명적 매개변수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Function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타입 등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 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메소드에 대한 지식이 더 존재 하나 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추후 등장시 설명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예시코드만 보여드리겠습니다</a:t>
            </a:r>
            <a:r>
              <a:rPr lang="en-US" altLang="ko-KR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FDE45C-6644-FA6A-E215-A1897CE58529}"/>
              </a:ext>
            </a:extLst>
          </p:cNvPr>
          <p:cNvSpPr txBox="1"/>
          <p:nvPr/>
        </p:nvSpPr>
        <p:spPr>
          <a:xfrm>
            <a:off x="689673" y="4136575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위치적 매개변수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C5B286-069E-4873-CA5B-B3E09E657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10" y="5227073"/>
            <a:ext cx="3686689" cy="5430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E4AA65-7FF2-473C-FE80-C593F0DD1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10" y="5859668"/>
            <a:ext cx="1695687" cy="42868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395424-865F-5CB4-2784-8B87E7FC0854}"/>
              </a:ext>
            </a:extLst>
          </p:cNvPr>
          <p:cNvSpPr/>
          <p:nvPr/>
        </p:nvSpPr>
        <p:spPr>
          <a:xfrm>
            <a:off x="579677" y="4036974"/>
            <a:ext cx="5516323" cy="23735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4325A-F47A-9BAB-B145-4CC808685AB1}"/>
              </a:ext>
            </a:extLst>
          </p:cNvPr>
          <p:cNvSpPr txBox="1"/>
          <p:nvPr/>
        </p:nvSpPr>
        <p:spPr>
          <a:xfrm>
            <a:off x="6536329" y="4136575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명명적 매개변수</a:t>
            </a:r>
            <a:endParaRPr lang="en-US" altLang="ko-KR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6D2A2E-C63E-E87E-C8C9-BC2843F04C04}"/>
              </a:ext>
            </a:extLst>
          </p:cNvPr>
          <p:cNvSpPr/>
          <p:nvPr/>
        </p:nvSpPr>
        <p:spPr>
          <a:xfrm>
            <a:off x="6426333" y="4036974"/>
            <a:ext cx="5516323" cy="23735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777791A-E4F0-D31E-3813-1ACFF19AF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788" y="4497459"/>
            <a:ext cx="5279412" cy="86985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00D597A-4444-D86D-6FD4-8545FAD94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387" y="4465369"/>
            <a:ext cx="5210902" cy="86689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A708802-5763-79C1-7C9C-DC443CB00E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329" y="5269296"/>
            <a:ext cx="4572638" cy="52394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D349F7D-3D1D-475F-0FF8-ED05608674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329" y="5882777"/>
            <a:ext cx="1781424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13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B7D6AF-55F8-4569-BB99-8C43114C5D00}"/>
              </a:ext>
            </a:extLst>
          </p:cNvPr>
          <p:cNvSpPr txBox="1"/>
          <p:nvPr/>
        </p:nvSpPr>
        <p:spPr>
          <a:xfrm>
            <a:off x="888894" y="3139209"/>
            <a:ext cx="1300853" cy="50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40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Widget</a:t>
            </a:r>
            <a:endParaRPr lang="en-US" altLang="ko-KR" sz="2400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902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스퀘어라운드 ExtraBold"/>
        <a:ea typeface="나눔스퀘어라운드 ExtraBold"/>
        <a:cs typeface=""/>
      </a:majorFont>
      <a:minorFont>
        <a:latin typeface="나눔스퀘어라운드 ExtraBold"/>
        <a:ea typeface="나눔스퀘어라운드 Extra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Microsoft Office PowerPoint</Application>
  <PresentationFormat>와이드스크린</PresentationFormat>
  <Paragraphs>461</Paragraphs>
  <Slides>40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나눔스퀘어라운드 ExtraBold</vt:lpstr>
      <vt:lpstr>맑은 고딕</vt:lpstr>
      <vt:lpstr>Arial</vt:lpstr>
      <vt:lpstr>나눔고딕 ExtraBold</vt:lpstr>
      <vt:lpstr>나눔스퀘어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2020-03-20T05:11:27Z</dcterms:created>
  <dcterms:modified xsi:type="dcterms:W3CDTF">2025-10-27T02:22:18Z</dcterms:modified>
</cp:coreProperties>
</file>